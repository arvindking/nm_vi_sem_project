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 name="Shape 24"/>
        <p:cNvGrpSpPr/>
        <p:nvPr/>
      </p:nvGrpSpPr>
      <p:grpSpPr>
        <a:xfrm>
          <a:off x="0" y="0"/>
          <a:ext cx="0" cy="0"/>
          <a:chOff x="0" y="0"/>
          <a:chExt cx="0" cy="0"/>
        </a:xfrm>
      </p:grpSpPr>
      <p:sp>
        <p:nvSpPr>
          <p:cNvPr id="25" name="Google Shape;25;n"/>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n"/>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n"/>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29" name="Google Shape;29;n"/>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n"/>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2"/>
          <p:cNvSpPr/>
          <p:nvPr/>
        </p:nvSpPr>
        <p:spPr>
          <a:xfrm>
            <a:off x="446534" y="3085764"/>
            <a:ext cx="11298900" cy="33381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ph type="ctrTitle"/>
          </p:nvPr>
        </p:nvSpPr>
        <p:spPr>
          <a:xfrm>
            <a:off x="581191" y="1020431"/>
            <a:ext cx="10993500" cy="14751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3600"/>
              <a:buFont typeface="Franklin Gothic"/>
              <a:buNone/>
              <a:defRPr sz="3600">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3" name="Google Shape;43;p2"/>
          <p:cNvSpPr txBox="1"/>
          <p:nvPr>
            <p:ph idx="1" type="subTitle"/>
          </p:nvPr>
        </p:nvSpPr>
        <p:spPr>
          <a:xfrm>
            <a:off x="581194" y="2495445"/>
            <a:ext cx="10993500" cy="590400"/>
          </a:xfrm>
          <a:prstGeom prst="rect">
            <a:avLst/>
          </a:prstGeom>
          <a:noFill/>
          <a:ln>
            <a:noFill/>
          </a:ln>
        </p:spPr>
        <p:txBody>
          <a:bodyPr anchorCtr="0" anchor="t" bIns="45700" lIns="91425" spcFirstLastPara="1" rIns="91425" wrap="square" tIns="45700">
            <a:normAutofit/>
          </a:bodyPr>
          <a:lstStyle>
            <a:lvl1pPr lvl="0" rtl="0" algn="l">
              <a:lnSpc>
                <a:spcPct val="110000"/>
              </a:lnSpc>
              <a:spcBef>
                <a:spcPts val="320"/>
              </a:spcBef>
              <a:spcAft>
                <a:spcPts val="0"/>
              </a:spcAft>
              <a:buSzPts val="1472"/>
              <a:buNone/>
              <a:defRPr sz="1600" cap="none">
                <a:solidFill>
                  <a:schemeClr val="accent1"/>
                </a:solidFill>
              </a:defRPr>
            </a:lvl1pPr>
            <a:lvl2pPr lvl="1" rtl="0" algn="ctr">
              <a:spcBef>
                <a:spcPts val="600"/>
              </a:spcBef>
              <a:spcAft>
                <a:spcPts val="0"/>
              </a:spcAft>
              <a:buSzPts val="1288"/>
              <a:buNone/>
              <a:defRPr>
                <a:solidFill>
                  <a:srgbClr val="888888"/>
                </a:solidFill>
              </a:defRPr>
            </a:lvl2pPr>
            <a:lvl3pPr lvl="2" rtl="0" algn="ctr">
              <a:spcBef>
                <a:spcPts val="600"/>
              </a:spcBef>
              <a:spcAft>
                <a:spcPts val="0"/>
              </a:spcAft>
              <a:buSzPts val="1196"/>
              <a:buNone/>
              <a:defRPr>
                <a:solidFill>
                  <a:srgbClr val="888888"/>
                </a:solidFill>
              </a:defRPr>
            </a:lvl3pPr>
            <a:lvl4pPr lvl="3" rtl="0" algn="ctr">
              <a:spcBef>
                <a:spcPts val="600"/>
              </a:spcBef>
              <a:spcAft>
                <a:spcPts val="0"/>
              </a:spcAft>
              <a:buSzPts val="1012"/>
              <a:buNone/>
              <a:defRPr>
                <a:solidFill>
                  <a:srgbClr val="888888"/>
                </a:solidFill>
              </a:defRPr>
            </a:lvl4pPr>
            <a:lvl5pPr lvl="4" rtl="0" algn="ctr">
              <a:spcBef>
                <a:spcPts val="600"/>
              </a:spcBef>
              <a:spcAft>
                <a:spcPts val="0"/>
              </a:spcAft>
              <a:buSzPts val="1012"/>
              <a:buNone/>
              <a:defRPr>
                <a:solidFill>
                  <a:srgbClr val="888888"/>
                </a:solidFill>
              </a:defRPr>
            </a:lvl5pPr>
            <a:lvl6pPr lvl="5" rtl="0" algn="ctr">
              <a:spcBef>
                <a:spcPts val="600"/>
              </a:spcBef>
              <a:spcAft>
                <a:spcPts val="0"/>
              </a:spcAft>
              <a:buSzPts val="1104"/>
              <a:buNone/>
              <a:defRPr>
                <a:solidFill>
                  <a:srgbClr val="888888"/>
                </a:solidFill>
              </a:defRPr>
            </a:lvl6pPr>
            <a:lvl7pPr lvl="6" rtl="0" algn="ctr">
              <a:spcBef>
                <a:spcPts val="600"/>
              </a:spcBef>
              <a:spcAft>
                <a:spcPts val="0"/>
              </a:spcAft>
              <a:buSzPts val="1104"/>
              <a:buNone/>
              <a:defRPr>
                <a:solidFill>
                  <a:srgbClr val="888888"/>
                </a:solidFill>
              </a:defRPr>
            </a:lvl7pPr>
            <a:lvl8pPr lvl="7" rtl="0" algn="ctr">
              <a:spcBef>
                <a:spcPts val="600"/>
              </a:spcBef>
              <a:spcAft>
                <a:spcPts val="0"/>
              </a:spcAft>
              <a:buSzPts val="1104"/>
              <a:buNone/>
              <a:defRPr>
                <a:solidFill>
                  <a:srgbClr val="888888"/>
                </a:solidFill>
              </a:defRPr>
            </a:lvl8pPr>
            <a:lvl9pPr lvl="8" rtl="0" algn="ctr">
              <a:spcBef>
                <a:spcPts val="600"/>
              </a:spcBef>
              <a:spcAft>
                <a:spcPts val="600"/>
              </a:spcAft>
              <a:buSzPts val="1104"/>
              <a:buNone/>
              <a:defRPr>
                <a:solidFill>
                  <a:srgbClr val="888888"/>
                </a:solidFill>
              </a:defRPr>
            </a:lvl9pPr>
          </a:lstStyle>
          <a:p/>
        </p:txBody>
      </p:sp>
      <p:sp>
        <p:nvSpPr>
          <p:cNvPr id="44" name="Google Shape;44;p2"/>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5" name="Google Shape;45;p2"/>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6" name="Google Shape;46;p2"/>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3"/>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9" name="Google Shape;49;p3"/>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50" name="Google Shape;50;p3"/>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4"/>
          <p:cNvSpPr txBox="1"/>
          <p:nvPr>
            <p:ph type="title"/>
          </p:nvPr>
        </p:nvSpPr>
        <p:spPr>
          <a:xfrm>
            <a:off x="581193" y="729658"/>
            <a:ext cx="11029500" cy="4929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 name="Google Shape;53;p4"/>
          <p:cNvSpPr txBox="1"/>
          <p:nvPr>
            <p:ph idx="1" type="body"/>
          </p:nvPr>
        </p:nvSpPr>
        <p:spPr>
          <a:xfrm>
            <a:off x="581193" y="1391479"/>
            <a:ext cx="5194800" cy="4469700"/>
          </a:xfrm>
          <a:prstGeom prst="rect">
            <a:avLst/>
          </a:prstGeom>
          <a:noFill/>
          <a:ln>
            <a:noFill/>
          </a:ln>
        </p:spPr>
        <p:txBody>
          <a:bodyPr anchorCtr="0" anchor="ctr"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54" name="Google Shape;54;p4"/>
          <p:cNvSpPr txBox="1"/>
          <p:nvPr>
            <p:ph idx="2" type="body"/>
          </p:nvPr>
        </p:nvSpPr>
        <p:spPr>
          <a:xfrm>
            <a:off x="6416039" y="1391479"/>
            <a:ext cx="5194800" cy="4469700"/>
          </a:xfrm>
          <a:prstGeom prst="rect">
            <a:avLst/>
          </a:prstGeom>
          <a:noFill/>
          <a:ln>
            <a:noFill/>
          </a:ln>
        </p:spPr>
        <p:txBody>
          <a:bodyPr anchorCtr="0" anchor="ctr"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55" name="Google Shape;55;p4"/>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4"/>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57" name="Google Shape;57;p4"/>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5"/>
          <p:cNvSpPr txBox="1"/>
          <p:nvPr>
            <p:ph type="title"/>
          </p:nvPr>
        </p:nvSpPr>
        <p:spPr>
          <a:xfrm>
            <a:off x="575894" y="729658"/>
            <a:ext cx="11029500" cy="5922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0" name="Google Shape;60;p5"/>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1" name="Google Shape;61;p5"/>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2" name="Google Shape;62;p5"/>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6"/>
          <p:cNvSpPr/>
          <p:nvPr/>
        </p:nvSpPr>
        <p:spPr>
          <a:xfrm>
            <a:off x="447817" y="5141974"/>
            <a:ext cx="11290800" cy="12588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txBox="1"/>
          <p:nvPr>
            <p:ph type="title"/>
          </p:nvPr>
        </p:nvSpPr>
        <p:spPr>
          <a:xfrm>
            <a:off x="581193" y="2393950"/>
            <a:ext cx="11029500" cy="21474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p6"/>
          <p:cNvSpPr txBox="1"/>
          <p:nvPr>
            <p:ph idx="1" type="body"/>
          </p:nvPr>
        </p:nvSpPr>
        <p:spPr>
          <a:xfrm>
            <a:off x="581192" y="4541417"/>
            <a:ext cx="11029500" cy="600600"/>
          </a:xfrm>
          <a:prstGeom prst="rect">
            <a:avLst/>
          </a:prstGeom>
          <a:noFill/>
          <a:ln>
            <a:noFill/>
          </a:ln>
        </p:spPr>
        <p:txBody>
          <a:bodyPr anchorCtr="0" anchor="t" bIns="45700" lIns="91425" spcFirstLastPara="1" rIns="91425" wrap="square" tIns="45700">
            <a:normAutofit/>
          </a:bodyPr>
          <a:lstStyle>
            <a:lvl1pPr indent="-228600" lvl="0" marL="457200" rtl="0" algn="l">
              <a:lnSpc>
                <a:spcPct val="110000"/>
              </a:lnSpc>
              <a:spcBef>
                <a:spcPts val="360"/>
              </a:spcBef>
              <a:spcAft>
                <a:spcPts val="0"/>
              </a:spcAft>
              <a:buSzPts val="1656"/>
              <a:buNone/>
              <a:defRPr sz="1800" cap="none">
                <a:solidFill>
                  <a:schemeClr val="accent1"/>
                </a:solidFill>
              </a:defRPr>
            </a:lvl1pPr>
            <a:lvl2pPr indent="-228600" lvl="1" marL="914400" rtl="0" algn="l">
              <a:spcBef>
                <a:spcPts val="600"/>
              </a:spcBef>
              <a:spcAft>
                <a:spcPts val="0"/>
              </a:spcAft>
              <a:buSzPts val="1656"/>
              <a:buNone/>
              <a:defRPr sz="1800">
                <a:solidFill>
                  <a:srgbClr val="888888"/>
                </a:solidFill>
              </a:defRPr>
            </a:lvl2pPr>
            <a:lvl3pPr indent="-228600" lvl="2" marL="1371600" rtl="0" algn="l">
              <a:spcBef>
                <a:spcPts val="600"/>
              </a:spcBef>
              <a:spcAft>
                <a:spcPts val="0"/>
              </a:spcAft>
              <a:buSzPts val="1472"/>
              <a:buNone/>
              <a:defRPr sz="1600">
                <a:solidFill>
                  <a:srgbClr val="888888"/>
                </a:solidFill>
              </a:defRPr>
            </a:lvl3pPr>
            <a:lvl4pPr indent="-228600" lvl="3" marL="1828800" rtl="0" algn="l">
              <a:spcBef>
                <a:spcPts val="600"/>
              </a:spcBef>
              <a:spcAft>
                <a:spcPts val="0"/>
              </a:spcAft>
              <a:buSzPts val="1288"/>
              <a:buNone/>
              <a:defRPr sz="1400">
                <a:solidFill>
                  <a:srgbClr val="888888"/>
                </a:solidFill>
              </a:defRPr>
            </a:lvl4pPr>
            <a:lvl5pPr indent="-228600" lvl="4" marL="2286000" rtl="0" algn="l">
              <a:spcBef>
                <a:spcPts val="600"/>
              </a:spcBef>
              <a:spcAft>
                <a:spcPts val="0"/>
              </a:spcAft>
              <a:buSzPts val="1288"/>
              <a:buNone/>
              <a:defRPr sz="1400">
                <a:solidFill>
                  <a:srgbClr val="888888"/>
                </a:solidFill>
              </a:defRPr>
            </a:lvl5pPr>
            <a:lvl6pPr indent="-228600" lvl="5" marL="2743200" rtl="0" algn="l">
              <a:spcBef>
                <a:spcPts val="600"/>
              </a:spcBef>
              <a:spcAft>
                <a:spcPts val="0"/>
              </a:spcAft>
              <a:buSzPts val="1288"/>
              <a:buNone/>
              <a:defRPr sz="1400">
                <a:solidFill>
                  <a:srgbClr val="888888"/>
                </a:solidFill>
              </a:defRPr>
            </a:lvl6pPr>
            <a:lvl7pPr indent="-228600" lvl="6" marL="3200400" rtl="0" algn="l">
              <a:spcBef>
                <a:spcPts val="600"/>
              </a:spcBef>
              <a:spcAft>
                <a:spcPts val="0"/>
              </a:spcAft>
              <a:buSzPts val="1288"/>
              <a:buNone/>
              <a:defRPr sz="1400">
                <a:solidFill>
                  <a:srgbClr val="888888"/>
                </a:solidFill>
              </a:defRPr>
            </a:lvl7pPr>
            <a:lvl8pPr indent="-228600" lvl="7" marL="3657600" rtl="0" algn="l">
              <a:spcBef>
                <a:spcPts val="600"/>
              </a:spcBef>
              <a:spcAft>
                <a:spcPts val="0"/>
              </a:spcAft>
              <a:buSzPts val="1288"/>
              <a:buNone/>
              <a:defRPr sz="1400">
                <a:solidFill>
                  <a:srgbClr val="888888"/>
                </a:solidFill>
              </a:defRPr>
            </a:lvl8pPr>
            <a:lvl9pPr indent="-228600" lvl="8" marL="4114800" rtl="0" algn="l">
              <a:spcBef>
                <a:spcPts val="600"/>
              </a:spcBef>
              <a:spcAft>
                <a:spcPts val="600"/>
              </a:spcAft>
              <a:buSzPts val="1288"/>
              <a:buNone/>
              <a:defRPr sz="1400">
                <a:solidFill>
                  <a:srgbClr val="888888"/>
                </a:solidFill>
              </a:defRPr>
            </a:lvl9pPr>
          </a:lstStyle>
          <a:p/>
        </p:txBody>
      </p:sp>
      <p:sp>
        <p:nvSpPr>
          <p:cNvPr id="67" name="Google Shape;67;p6"/>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6"/>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9" name="Google Shape;69;p6"/>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70" name="Shape 70"/>
        <p:cNvGrpSpPr/>
        <p:nvPr/>
      </p:nvGrpSpPr>
      <p:grpSpPr>
        <a:xfrm>
          <a:off x="0" y="0"/>
          <a:ext cx="0" cy="0"/>
          <a:chOff x="0" y="0"/>
          <a:chExt cx="0" cy="0"/>
        </a:xfrm>
      </p:grpSpPr>
      <p:sp>
        <p:nvSpPr>
          <p:cNvPr id="71" name="Google Shape;71;p7"/>
          <p:cNvSpPr txBox="1"/>
          <p:nvPr>
            <p:ph type="title"/>
          </p:nvPr>
        </p:nvSpPr>
        <p:spPr>
          <a:xfrm>
            <a:off x="581193" y="729658"/>
            <a:ext cx="11029500" cy="9882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2" name="Google Shape;72;p7"/>
          <p:cNvSpPr txBox="1"/>
          <p:nvPr>
            <p:ph idx="1" type="body"/>
          </p:nvPr>
        </p:nvSpPr>
        <p:spPr>
          <a:xfrm>
            <a:off x="581191" y="2250891"/>
            <a:ext cx="5194800" cy="557700"/>
          </a:xfrm>
          <a:prstGeom prst="rect">
            <a:avLst/>
          </a:prstGeom>
          <a:noFill/>
          <a:ln>
            <a:noFill/>
          </a:ln>
        </p:spPr>
        <p:txBody>
          <a:bodyPr anchorCtr="0" anchor="ctr" bIns="45700" lIns="91425" spcFirstLastPara="1" rIns="91425" wrap="square" tIns="45700">
            <a:noAutofit/>
          </a:bodyPr>
          <a:lstStyle>
            <a:lvl1pPr indent="-228600" lvl="0" marL="457200" rtl="0" algn="l">
              <a:lnSpc>
                <a:spcPct val="110000"/>
              </a:lnSpc>
              <a:spcBef>
                <a:spcPts val="400"/>
              </a:spcBef>
              <a:spcAft>
                <a:spcPts val="0"/>
              </a:spcAft>
              <a:buSzPts val="1840"/>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73" name="Google Shape;73;p7"/>
          <p:cNvSpPr txBox="1"/>
          <p:nvPr>
            <p:ph idx="2" type="body"/>
          </p:nvPr>
        </p:nvSpPr>
        <p:spPr>
          <a:xfrm>
            <a:off x="581194" y="2926052"/>
            <a:ext cx="5194800" cy="2934900"/>
          </a:xfrm>
          <a:prstGeom prst="rect">
            <a:avLst/>
          </a:prstGeom>
          <a:noFill/>
          <a:ln>
            <a:noFill/>
          </a:ln>
        </p:spPr>
        <p:txBody>
          <a:bodyPr anchorCtr="0" anchor="t"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74" name="Google Shape;74;p7"/>
          <p:cNvSpPr txBox="1"/>
          <p:nvPr>
            <p:ph idx="3" type="body"/>
          </p:nvPr>
        </p:nvSpPr>
        <p:spPr>
          <a:xfrm>
            <a:off x="6416039" y="2250892"/>
            <a:ext cx="5194800" cy="553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rtl="0" algn="l">
              <a:spcBef>
                <a:spcPts val="600"/>
              </a:spcBef>
              <a:spcAft>
                <a:spcPts val="0"/>
              </a:spcAft>
              <a:buSzPts val="1840"/>
              <a:buNone/>
              <a:defRPr b="1" sz="2000"/>
            </a:lvl2pPr>
            <a:lvl3pPr indent="-228600" lvl="2" marL="1371600" rtl="0" algn="l">
              <a:spcBef>
                <a:spcPts val="600"/>
              </a:spcBef>
              <a:spcAft>
                <a:spcPts val="0"/>
              </a:spcAft>
              <a:buSzPts val="1656"/>
              <a:buNone/>
              <a:defRPr b="1" sz="1800"/>
            </a:lvl3pPr>
            <a:lvl4pPr indent="-228600" lvl="3" marL="1828800" rtl="0" algn="l">
              <a:spcBef>
                <a:spcPts val="600"/>
              </a:spcBef>
              <a:spcAft>
                <a:spcPts val="0"/>
              </a:spcAft>
              <a:buSzPts val="1472"/>
              <a:buNone/>
              <a:defRPr b="1" sz="1600"/>
            </a:lvl4pPr>
            <a:lvl5pPr indent="-228600" lvl="4" marL="2286000" rtl="0" algn="l">
              <a:spcBef>
                <a:spcPts val="600"/>
              </a:spcBef>
              <a:spcAft>
                <a:spcPts val="0"/>
              </a:spcAft>
              <a:buSzPts val="1472"/>
              <a:buNone/>
              <a:defRPr b="1" sz="1600"/>
            </a:lvl5pPr>
            <a:lvl6pPr indent="-228600" lvl="5" marL="2743200" rtl="0" algn="l">
              <a:spcBef>
                <a:spcPts val="600"/>
              </a:spcBef>
              <a:spcAft>
                <a:spcPts val="0"/>
              </a:spcAft>
              <a:buSzPts val="1472"/>
              <a:buNone/>
              <a:defRPr b="1" sz="1600"/>
            </a:lvl6pPr>
            <a:lvl7pPr indent="-228600" lvl="6" marL="3200400" rtl="0" algn="l">
              <a:spcBef>
                <a:spcPts val="600"/>
              </a:spcBef>
              <a:spcAft>
                <a:spcPts val="0"/>
              </a:spcAft>
              <a:buSzPts val="1472"/>
              <a:buNone/>
              <a:defRPr b="1" sz="1600"/>
            </a:lvl7pPr>
            <a:lvl8pPr indent="-228600" lvl="7" marL="3657600" rtl="0" algn="l">
              <a:spcBef>
                <a:spcPts val="600"/>
              </a:spcBef>
              <a:spcAft>
                <a:spcPts val="0"/>
              </a:spcAft>
              <a:buSzPts val="1472"/>
              <a:buNone/>
              <a:defRPr b="1" sz="1600"/>
            </a:lvl8pPr>
            <a:lvl9pPr indent="-228600" lvl="8" marL="4114800" rtl="0" algn="l">
              <a:spcBef>
                <a:spcPts val="600"/>
              </a:spcBef>
              <a:spcAft>
                <a:spcPts val="600"/>
              </a:spcAft>
              <a:buSzPts val="1472"/>
              <a:buNone/>
              <a:defRPr b="1" sz="1600"/>
            </a:lvl9pPr>
          </a:lstStyle>
          <a:p/>
        </p:txBody>
      </p:sp>
      <p:sp>
        <p:nvSpPr>
          <p:cNvPr id="75" name="Google Shape;75;p7"/>
          <p:cNvSpPr txBox="1"/>
          <p:nvPr>
            <p:ph idx="4" type="body"/>
          </p:nvPr>
        </p:nvSpPr>
        <p:spPr>
          <a:xfrm>
            <a:off x="6416037" y="2926052"/>
            <a:ext cx="5194800" cy="2934900"/>
          </a:xfrm>
          <a:prstGeom prst="rect">
            <a:avLst/>
          </a:prstGeom>
          <a:noFill/>
          <a:ln>
            <a:noFill/>
          </a:ln>
        </p:spPr>
        <p:txBody>
          <a:bodyPr anchorCtr="0" anchor="t"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76" name="Google Shape;76;p7"/>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7" name="Google Shape;77;p7"/>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78" name="Google Shape;78;p7"/>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8"/>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1" name="Google Shape;81;p8"/>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82" name="Google Shape;82;p8"/>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3" name="Shape 83"/>
        <p:cNvGrpSpPr/>
        <p:nvPr/>
      </p:nvGrpSpPr>
      <p:grpSpPr>
        <a:xfrm>
          <a:off x="0" y="0"/>
          <a:ext cx="0" cy="0"/>
          <a:chOff x="0" y="0"/>
          <a:chExt cx="0" cy="0"/>
        </a:xfrm>
      </p:grpSpPr>
      <p:sp>
        <p:nvSpPr>
          <p:cNvPr id="84" name="Google Shape;84;p9"/>
          <p:cNvSpPr/>
          <p:nvPr/>
        </p:nvSpPr>
        <p:spPr>
          <a:xfrm>
            <a:off x="447817" y="601200"/>
            <a:ext cx="3682800" cy="58155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txBox="1"/>
          <p:nvPr>
            <p:ph type="title"/>
          </p:nvPr>
        </p:nvSpPr>
        <p:spPr>
          <a:xfrm>
            <a:off x="767857" y="933450"/>
            <a:ext cx="3031800" cy="17223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FFFFFF"/>
              </a:buClr>
              <a:buSzPts val="2400"/>
              <a:buFont typeface="Franklin Gothic"/>
              <a:buNone/>
              <a:defRPr b="0" sz="2400">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9"/>
          <p:cNvSpPr txBox="1"/>
          <p:nvPr>
            <p:ph idx="1" type="body"/>
          </p:nvPr>
        </p:nvSpPr>
        <p:spPr>
          <a:xfrm>
            <a:off x="4900928" y="1179829"/>
            <a:ext cx="6651000" cy="4658100"/>
          </a:xfrm>
          <a:prstGeom prst="rect">
            <a:avLst/>
          </a:prstGeom>
          <a:noFill/>
          <a:ln>
            <a:noFill/>
          </a:ln>
        </p:spPr>
        <p:txBody>
          <a:bodyPr anchorCtr="0" anchor="ctr" bIns="45700" lIns="91425" spcFirstLastPara="1" rIns="91425" wrap="square" tIns="45700">
            <a:normAutofit/>
          </a:bodyPr>
          <a:lstStyle>
            <a:lvl1pPr indent="-345440" lvl="0" marL="457200" rtl="0" algn="l">
              <a:lnSpc>
                <a:spcPct val="110000"/>
              </a:lnSpc>
              <a:spcBef>
                <a:spcPts val="400"/>
              </a:spcBef>
              <a:spcAft>
                <a:spcPts val="0"/>
              </a:spcAft>
              <a:buSzPts val="1840"/>
              <a:buChar char="◼"/>
              <a:defRPr sz="2000">
                <a:solidFill>
                  <a:schemeClr val="dk2"/>
                </a:solidFill>
              </a:defRPr>
            </a:lvl1pPr>
            <a:lvl2pPr indent="-333756" lvl="1" marL="914400" rtl="0" algn="l">
              <a:spcBef>
                <a:spcPts val="600"/>
              </a:spcBef>
              <a:spcAft>
                <a:spcPts val="0"/>
              </a:spcAft>
              <a:buSzPts val="1656"/>
              <a:buChar char="◼"/>
              <a:defRPr sz="1800">
                <a:solidFill>
                  <a:schemeClr val="dk2"/>
                </a:solidFill>
              </a:defRPr>
            </a:lvl2pPr>
            <a:lvl3pPr indent="-322072" lvl="2" marL="1371600" rtl="0" algn="l">
              <a:spcBef>
                <a:spcPts val="600"/>
              </a:spcBef>
              <a:spcAft>
                <a:spcPts val="0"/>
              </a:spcAft>
              <a:buSzPts val="1472"/>
              <a:buChar char="◼"/>
              <a:defRPr sz="1600">
                <a:solidFill>
                  <a:schemeClr val="dk2"/>
                </a:solidFill>
              </a:defRPr>
            </a:lvl3pPr>
            <a:lvl4pPr indent="-310388" lvl="3" marL="1828800" rtl="0" algn="l">
              <a:spcBef>
                <a:spcPts val="600"/>
              </a:spcBef>
              <a:spcAft>
                <a:spcPts val="0"/>
              </a:spcAft>
              <a:buSzPts val="1288"/>
              <a:buChar char="◼"/>
              <a:defRPr sz="1400">
                <a:solidFill>
                  <a:schemeClr val="dk2"/>
                </a:solidFill>
              </a:defRPr>
            </a:lvl4pPr>
            <a:lvl5pPr indent="-310388" lvl="4" marL="2286000" rtl="0" algn="l">
              <a:spcBef>
                <a:spcPts val="600"/>
              </a:spcBef>
              <a:spcAft>
                <a:spcPts val="0"/>
              </a:spcAft>
              <a:buSzPts val="1288"/>
              <a:buChar char="◼"/>
              <a:defRPr sz="1400">
                <a:solidFill>
                  <a:schemeClr val="dk2"/>
                </a:solidFill>
              </a:defRPr>
            </a:lvl5pPr>
            <a:lvl6pPr indent="-310388" lvl="5" marL="2743200" rtl="0" algn="l">
              <a:spcBef>
                <a:spcPts val="600"/>
              </a:spcBef>
              <a:spcAft>
                <a:spcPts val="0"/>
              </a:spcAft>
              <a:buSzPts val="1288"/>
              <a:buChar char="◼"/>
              <a:defRPr sz="1400">
                <a:solidFill>
                  <a:schemeClr val="dk2"/>
                </a:solidFill>
              </a:defRPr>
            </a:lvl6pPr>
            <a:lvl7pPr indent="-310388" lvl="6" marL="3200400" rtl="0" algn="l">
              <a:spcBef>
                <a:spcPts val="600"/>
              </a:spcBef>
              <a:spcAft>
                <a:spcPts val="0"/>
              </a:spcAft>
              <a:buSzPts val="1288"/>
              <a:buChar char="◼"/>
              <a:defRPr sz="1400">
                <a:solidFill>
                  <a:schemeClr val="dk2"/>
                </a:solidFill>
              </a:defRPr>
            </a:lvl7pPr>
            <a:lvl8pPr indent="-310388" lvl="7" marL="3657600" rtl="0" algn="l">
              <a:spcBef>
                <a:spcPts val="600"/>
              </a:spcBef>
              <a:spcAft>
                <a:spcPts val="0"/>
              </a:spcAft>
              <a:buSzPts val="1288"/>
              <a:buChar char="◼"/>
              <a:defRPr sz="1400">
                <a:solidFill>
                  <a:schemeClr val="dk2"/>
                </a:solidFill>
              </a:defRPr>
            </a:lvl8pPr>
            <a:lvl9pPr indent="-310388" lvl="8" marL="4114800" rtl="0" algn="l">
              <a:spcBef>
                <a:spcPts val="600"/>
              </a:spcBef>
              <a:spcAft>
                <a:spcPts val="600"/>
              </a:spcAft>
              <a:buSzPts val="1288"/>
              <a:buChar char="◼"/>
              <a:defRPr sz="1400">
                <a:solidFill>
                  <a:schemeClr val="dk2"/>
                </a:solidFill>
              </a:defRPr>
            </a:lvl9pPr>
          </a:lstStyle>
          <a:p/>
        </p:txBody>
      </p:sp>
      <p:sp>
        <p:nvSpPr>
          <p:cNvPr id="87" name="Google Shape;87;p9"/>
          <p:cNvSpPr txBox="1"/>
          <p:nvPr>
            <p:ph idx="2" type="body"/>
          </p:nvPr>
        </p:nvSpPr>
        <p:spPr>
          <a:xfrm>
            <a:off x="767857" y="2836654"/>
            <a:ext cx="3031800" cy="3001500"/>
          </a:xfrm>
          <a:prstGeom prst="rect">
            <a:avLst/>
          </a:prstGeom>
          <a:noFill/>
          <a:ln>
            <a:noFill/>
          </a:ln>
        </p:spPr>
        <p:txBody>
          <a:bodyPr anchorCtr="0" anchor="t" bIns="45700" lIns="91425" spcFirstLastPara="1" rIns="91425" wrap="square" tIns="45700">
            <a:normAutofit/>
          </a:bodyPr>
          <a:lstStyle>
            <a:lvl1pPr indent="-228600" lvl="0" marL="457200" rtl="0" algn="l">
              <a:lnSpc>
                <a:spcPct val="110000"/>
              </a:lnSpc>
              <a:spcBef>
                <a:spcPts val="320"/>
              </a:spcBef>
              <a:spcAft>
                <a:spcPts val="0"/>
              </a:spcAft>
              <a:buSzPts val="1472"/>
              <a:buNone/>
              <a:defRPr sz="1600">
                <a:solidFill>
                  <a:srgbClr val="FFFFFF"/>
                </a:solidFill>
              </a:defRPr>
            </a:lvl1pPr>
            <a:lvl2pPr indent="-228600" lvl="1" marL="914400" rtl="0" algn="l">
              <a:spcBef>
                <a:spcPts val="600"/>
              </a:spcBef>
              <a:spcAft>
                <a:spcPts val="0"/>
              </a:spcAft>
              <a:buSzPts val="1012"/>
              <a:buNone/>
              <a:defRPr sz="11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88" name="Google Shape;88;p9"/>
          <p:cNvSpPr txBox="1"/>
          <p:nvPr>
            <p:ph idx="10" type="dt"/>
          </p:nvPr>
        </p:nvSpPr>
        <p:spPr>
          <a:xfrm>
            <a:off x="7605951" y="6456916"/>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9" name="Google Shape;89;p9"/>
          <p:cNvSpPr txBox="1"/>
          <p:nvPr>
            <p:ph idx="11" type="ftr"/>
          </p:nvPr>
        </p:nvSpPr>
        <p:spPr>
          <a:xfrm>
            <a:off x="581192" y="6452590"/>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0" name="Google Shape;90;p9"/>
          <p:cNvSpPr txBox="1"/>
          <p:nvPr>
            <p:ph idx="12" type="sldNum"/>
          </p:nvPr>
        </p:nvSpPr>
        <p:spPr>
          <a:xfrm>
            <a:off x="10558300" y="6456916"/>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1" name="Shape 91"/>
        <p:cNvGrpSpPr/>
        <p:nvPr/>
      </p:nvGrpSpPr>
      <p:grpSpPr>
        <a:xfrm>
          <a:off x="0" y="0"/>
          <a:ext cx="0" cy="0"/>
          <a:chOff x="0" y="0"/>
          <a:chExt cx="0" cy="0"/>
        </a:xfrm>
      </p:grpSpPr>
      <p:sp>
        <p:nvSpPr>
          <p:cNvPr id="92" name="Google Shape;92;p10"/>
          <p:cNvSpPr txBox="1"/>
          <p:nvPr>
            <p:ph type="title"/>
          </p:nvPr>
        </p:nvSpPr>
        <p:spPr>
          <a:xfrm>
            <a:off x="581193" y="4693389"/>
            <a:ext cx="11029500" cy="5667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2400"/>
              <a:buFont typeface="Franklin Gothic"/>
              <a:buNone/>
              <a:defRPr b="0" sz="2400">
                <a:solidFill>
                  <a:srgbClr val="3F3F3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3" name="Google Shape;93;p10"/>
          <p:cNvSpPr/>
          <p:nvPr>
            <p:ph idx="2" type="pic"/>
          </p:nvPr>
        </p:nvSpPr>
        <p:spPr>
          <a:xfrm>
            <a:off x="447817" y="641350"/>
            <a:ext cx="11290800" cy="3651300"/>
          </a:xfrm>
          <a:prstGeom prst="rect">
            <a:avLst/>
          </a:prstGeom>
          <a:noFill/>
          <a:ln>
            <a:noFill/>
          </a:ln>
        </p:spPr>
      </p:sp>
      <p:sp>
        <p:nvSpPr>
          <p:cNvPr id="94" name="Google Shape;94;p10"/>
          <p:cNvSpPr txBox="1"/>
          <p:nvPr>
            <p:ph idx="1" type="body"/>
          </p:nvPr>
        </p:nvSpPr>
        <p:spPr>
          <a:xfrm>
            <a:off x="581192" y="5260127"/>
            <a:ext cx="11029500" cy="998100"/>
          </a:xfrm>
          <a:prstGeom prst="rect">
            <a:avLst/>
          </a:prstGeom>
          <a:noFill/>
          <a:ln>
            <a:noFill/>
          </a:ln>
        </p:spPr>
        <p:txBody>
          <a:bodyPr anchorCtr="0" anchor="t" bIns="45700" lIns="91425" spcFirstLastPara="1" rIns="91425" wrap="square" tIns="45700">
            <a:normAutofit/>
          </a:bodyPr>
          <a:lstStyle>
            <a:lvl1pPr indent="-228600" lvl="0" marL="457200" rtl="0" algn="l">
              <a:lnSpc>
                <a:spcPct val="110000"/>
              </a:lnSpc>
              <a:spcBef>
                <a:spcPts val="320"/>
              </a:spcBef>
              <a:spcAft>
                <a:spcPts val="0"/>
              </a:spcAft>
              <a:buSzPts val="1472"/>
              <a:buNone/>
              <a:defRPr sz="1600"/>
            </a:lvl1pPr>
            <a:lvl2pPr indent="-228600" lvl="1" marL="914400" rtl="0" algn="l">
              <a:spcBef>
                <a:spcPts val="600"/>
              </a:spcBef>
              <a:spcAft>
                <a:spcPts val="0"/>
              </a:spcAft>
              <a:buSzPts val="1104"/>
              <a:buNone/>
              <a:defRPr sz="1200"/>
            </a:lvl2pPr>
            <a:lvl3pPr indent="-228600" lvl="2" marL="1371600" rtl="0" algn="l">
              <a:spcBef>
                <a:spcPts val="600"/>
              </a:spcBef>
              <a:spcAft>
                <a:spcPts val="0"/>
              </a:spcAft>
              <a:buSzPts val="920"/>
              <a:buNone/>
              <a:defRPr sz="1000"/>
            </a:lvl3pPr>
            <a:lvl4pPr indent="-228600" lvl="3" marL="1828800" rtl="0" algn="l">
              <a:spcBef>
                <a:spcPts val="600"/>
              </a:spcBef>
              <a:spcAft>
                <a:spcPts val="0"/>
              </a:spcAft>
              <a:buSzPts val="828"/>
              <a:buNone/>
              <a:defRPr sz="900"/>
            </a:lvl4pPr>
            <a:lvl5pPr indent="-228600" lvl="4" marL="2286000" rtl="0" algn="l">
              <a:spcBef>
                <a:spcPts val="600"/>
              </a:spcBef>
              <a:spcAft>
                <a:spcPts val="0"/>
              </a:spcAft>
              <a:buSzPts val="828"/>
              <a:buNone/>
              <a:defRPr sz="900"/>
            </a:lvl5pPr>
            <a:lvl6pPr indent="-228600" lvl="5" marL="2743200" rtl="0" algn="l">
              <a:spcBef>
                <a:spcPts val="600"/>
              </a:spcBef>
              <a:spcAft>
                <a:spcPts val="0"/>
              </a:spcAft>
              <a:buSzPts val="828"/>
              <a:buNone/>
              <a:defRPr sz="900"/>
            </a:lvl6pPr>
            <a:lvl7pPr indent="-228600" lvl="6" marL="3200400" rtl="0" algn="l">
              <a:spcBef>
                <a:spcPts val="600"/>
              </a:spcBef>
              <a:spcAft>
                <a:spcPts val="0"/>
              </a:spcAft>
              <a:buSzPts val="828"/>
              <a:buNone/>
              <a:defRPr sz="900"/>
            </a:lvl7pPr>
            <a:lvl8pPr indent="-228600" lvl="7" marL="3657600" rtl="0" algn="l">
              <a:spcBef>
                <a:spcPts val="600"/>
              </a:spcBef>
              <a:spcAft>
                <a:spcPts val="0"/>
              </a:spcAft>
              <a:buSzPts val="828"/>
              <a:buNone/>
              <a:defRPr sz="900"/>
            </a:lvl8pPr>
            <a:lvl9pPr indent="-228600" lvl="8" marL="4114800" rtl="0" algn="l">
              <a:spcBef>
                <a:spcPts val="600"/>
              </a:spcBef>
              <a:spcAft>
                <a:spcPts val="600"/>
              </a:spcAft>
              <a:buSzPts val="828"/>
              <a:buNone/>
              <a:defRPr sz="900"/>
            </a:lvl9pPr>
          </a:lstStyle>
          <a:p/>
        </p:txBody>
      </p:sp>
      <p:sp>
        <p:nvSpPr>
          <p:cNvPr id="95" name="Google Shape;95;p10"/>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6" name="Google Shape;96;p10"/>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7" name="Google Shape;97;p10"/>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11"/>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rgbClr val="3F3F3F"/>
              </a:buClr>
              <a:buSzPts val="18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0" name="Google Shape;100;p11"/>
          <p:cNvSpPr txBox="1"/>
          <p:nvPr>
            <p:ph idx="1" type="body"/>
          </p:nvPr>
        </p:nvSpPr>
        <p:spPr>
          <a:xfrm rot="5400000">
            <a:off x="3809608" y="-1813102"/>
            <a:ext cx="4572900" cy="11029500"/>
          </a:xfrm>
          <a:prstGeom prst="rect">
            <a:avLst/>
          </a:prstGeom>
          <a:noFill/>
          <a:ln>
            <a:noFill/>
          </a:ln>
        </p:spPr>
        <p:txBody>
          <a:bodyPr anchorCtr="0" anchor="t" bIns="45700" lIns="91425" spcFirstLastPara="1" rIns="91425" wrap="square" tIns="45700">
            <a:normAutofit/>
          </a:bodyPr>
          <a:lstStyle>
            <a:lvl1pPr indent="-327914" lvl="0" marL="457200" rtl="0" algn="l">
              <a:lnSpc>
                <a:spcPct val="110000"/>
              </a:lnSpc>
              <a:spcBef>
                <a:spcPts val="340"/>
              </a:spcBef>
              <a:spcAft>
                <a:spcPts val="0"/>
              </a:spcAft>
              <a:buSzPts val="1564"/>
              <a:buChar char="◼"/>
              <a:defRPr/>
            </a:lvl1pPr>
            <a:lvl2pPr indent="-310387" lvl="1" marL="914400" rtl="0" algn="l">
              <a:spcBef>
                <a:spcPts val="600"/>
              </a:spcBef>
              <a:spcAft>
                <a:spcPts val="0"/>
              </a:spcAft>
              <a:buSzPts val="1288"/>
              <a:buChar char="◼"/>
              <a:defRPr/>
            </a:lvl2pPr>
            <a:lvl3pPr indent="-304546" lvl="2" marL="1371600" rtl="0" algn="l">
              <a:spcBef>
                <a:spcPts val="600"/>
              </a:spcBef>
              <a:spcAft>
                <a:spcPts val="0"/>
              </a:spcAft>
              <a:buSzPts val="1196"/>
              <a:buChar char="◼"/>
              <a:defRPr/>
            </a:lvl3pPr>
            <a:lvl4pPr indent="-292861" lvl="3" marL="1828800" rtl="0" algn="l">
              <a:spcBef>
                <a:spcPts val="600"/>
              </a:spcBef>
              <a:spcAft>
                <a:spcPts val="0"/>
              </a:spcAft>
              <a:buSzPts val="1012"/>
              <a:buChar char="◼"/>
              <a:defRPr/>
            </a:lvl4pPr>
            <a:lvl5pPr indent="-292861" lvl="4" marL="2286000" rtl="0" algn="l">
              <a:spcBef>
                <a:spcPts val="600"/>
              </a:spcBef>
              <a:spcAft>
                <a:spcPts val="0"/>
              </a:spcAft>
              <a:buSzPts val="1012"/>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01" name="Google Shape;101;p1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2" name="Google Shape;102;p11"/>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3" name="Google Shape;103;p1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04" name="Shape 104"/>
        <p:cNvGrpSpPr/>
        <p:nvPr/>
      </p:nvGrpSpPr>
      <p:grpSpPr>
        <a:xfrm>
          <a:off x="0" y="0"/>
          <a:ext cx="0" cy="0"/>
          <a:chOff x="0" y="0"/>
          <a:chExt cx="0" cy="0"/>
        </a:xfrm>
      </p:grpSpPr>
      <p:sp>
        <p:nvSpPr>
          <p:cNvPr id="105" name="Google Shape;105;p12"/>
          <p:cNvSpPr/>
          <p:nvPr/>
        </p:nvSpPr>
        <p:spPr>
          <a:xfrm>
            <a:off x="8058151" y="599725"/>
            <a:ext cx="3687300" cy="58170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2"/>
          <p:cNvSpPr txBox="1"/>
          <p:nvPr>
            <p:ph type="title"/>
          </p:nvPr>
        </p:nvSpPr>
        <p:spPr>
          <a:xfrm rot="5400000">
            <a:off x="7362700" y="1705100"/>
            <a:ext cx="4807200" cy="31242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Clr>
                <a:srgbClr val="FFFFFF"/>
              </a:buClr>
              <a:buSzPts val="2800"/>
              <a:buFont typeface="Franklin Gothic"/>
              <a:buNone/>
              <a:defRPr>
                <a:solidFill>
                  <a:srgbClr val="FFFFFF"/>
                </a:solidFill>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7" name="Google Shape;107;p12"/>
          <p:cNvSpPr txBox="1"/>
          <p:nvPr>
            <p:ph idx="1" type="body"/>
          </p:nvPr>
        </p:nvSpPr>
        <p:spPr>
          <a:xfrm rot="5400000">
            <a:off x="1952148" y="-313600"/>
            <a:ext cx="4807200" cy="7161600"/>
          </a:xfrm>
          <a:prstGeom prst="rect">
            <a:avLst/>
          </a:prstGeom>
          <a:noFill/>
          <a:ln>
            <a:noFill/>
          </a:ln>
        </p:spPr>
        <p:txBody>
          <a:bodyPr anchorCtr="0" anchor="t" bIns="45700" lIns="91425" spcFirstLastPara="1" rIns="91425" wrap="square" tIns="45700">
            <a:normAutofit/>
          </a:bodyPr>
          <a:lstStyle>
            <a:lvl1pPr indent="-333756" lvl="0" marL="457200" rtl="0" algn="l">
              <a:lnSpc>
                <a:spcPct val="110000"/>
              </a:lnSpc>
              <a:spcBef>
                <a:spcPts val="360"/>
              </a:spcBef>
              <a:spcAft>
                <a:spcPts val="0"/>
              </a:spcAft>
              <a:buSzPts val="1656"/>
              <a:buChar char="◼"/>
              <a:defRPr/>
            </a:lvl1pPr>
            <a:lvl2pPr indent="-333756" lvl="1" marL="914400" rtl="0" algn="l">
              <a:spcBef>
                <a:spcPts val="600"/>
              </a:spcBef>
              <a:spcAft>
                <a:spcPts val="0"/>
              </a:spcAft>
              <a:buSzPts val="1656"/>
              <a:buChar char="◼"/>
              <a:defRPr/>
            </a:lvl2pPr>
            <a:lvl3pPr indent="-333756" lvl="2" marL="1371600" rtl="0" algn="l">
              <a:spcBef>
                <a:spcPts val="600"/>
              </a:spcBef>
              <a:spcAft>
                <a:spcPts val="0"/>
              </a:spcAft>
              <a:buSzPts val="1656"/>
              <a:buChar char="◼"/>
              <a:defRPr/>
            </a:lvl3pPr>
            <a:lvl4pPr indent="-333756" lvl="3" marL="1828800" rtl="0" algn="l">
              <a:spcBef>
                <a:spcPts val="600"/>
              </a:spcBef>
              <a:spcAft>
                <a:spcPts val="0"/>
              </a:spcAft>
              <a:buSzPts val="1656"/>
              <a:buChar char="◼"/>
              <a:defRPr/>
            </a:lvl4pPr>
            <a:lvl5pPr indent="-333756" lvl="4" marL="2286000" rtl="0" algn="l">
              <a:spcBef>
                <a:spcPts val="600"/>
              </a:spcBef>
              <a:spcAft>
                <a:spcPts val="0"/>
              </a:spcAft>
              <a:buSzPts val="1656"/>
              <a:buChar char="◼"/>
              <a:defRPr/>
            </a:lvl5pPr>
            <a:lvl6pPr indent="-333756" lvl="5" marL="2743200" rtl="0" algn="l">
              <a:spcBef>
                <a:spcPts val="600"/>
              </a:spcBef>
              <a:spcAft>
                <a:spcPts val="0"/>
              </a:spcAft>
              <a:buSzPts val="1656"/>
              <a:buChar char="◼"/>
              <a:defRPr/>
            </a:lvl6pPr>
            <a:lvl7pPr indent="-333756" lvl="6" marL="3200400" rtl="0" algn="l">
              <a:spcBef>
                <a:spcPts val="600"/>
              </a:spcBef>
              <a:spcAft>
                <a:spcPts val="0"/>
              </a:spcAft>
              <a:buSzPts val="1656"/>
              <a:buChar char="◼"/>
              <a:defRPr/>
            </a:lvl7pPr>
            <a:lvl8pPr indent="-333756" lvl="7" marL="3657600" rtl="0" algn="l">
              <a:spcBef>
                <a:spcPts val="600"/>
              </a:spcBef>
              <a:spcAft>
                <a:spcPts val="0"/>
              </a:spcAft>
              <a:buSzPts val="1656"/>
              <a:buChar char="◼"/>
              <a:defRPr/>
            </a:lvl8pPr>
            <a:lvl9pPr indent="-333756" lvl="8" marL="4114800" rtl="0" algn="l">
              <a:spcBef>
                <a:spcPts val="600"/>
              </a:spcBef>
              <a:spcAft>
                <a:spcPts val="600"/>
              </a:spcAft>
              <a:buSzPts val="1656"/>
              <a:buChar char="◼"/>
              <a:defRPr/>
            </a:lvl9pPr>
          </a:lstStyle>
          <a:p/>
        </p:txBody>
      </p:sp>
      <p:sp>
        <p:nvSpPr>
          <p:cNvPr id="108" name="Google Shape;108;p12"/>
          <p:cNvSpPr/>
          <p:nvPr/>
        </p:nvSpPr>
        <p:spPr>
          <a:xfrm>
            <a:off x="446534" y="457200"/>
            <a:ext cx="3703200" cy="95100"/>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2"/>
          <p:cNvSpPr/>
          <p:nvPr/>
        </p:nvSpPr>
        <p:spPr>
          <a:xfrm>
            <a:off x="8042147" y="453643"/>
            <a:ext cx="3703200" cy="987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p:nvPr/>
        </p:nvSpPr>
        <p:spPr>
          <a:xfrm>
            <a:off x="4241830" y="457200"/>
            <a:ext cx="37032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2"/>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2" name="Google Shape;112;p12"/>
          <p:cNvSpPr txBox="1"/>
          <p:nvPr>
            <p:ph idx="11" type="ftr"/>
          </p:nvPr>
        </p:nvSpPr>
        <p:spPr>
          <a:xfrm>
            <a:off x="581192" y="6423914"/>
            <a:ext cx="6917100" cy="3651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13" name="Google Shape;113;p12"/>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 name="Shape 31"/>
        <p:cNvGrpSpPr/>
        <p:nvPr/>
      </p:nvGrpSpPr>
      <p:grpSpPr>
        <a:xfrm>
          <a:off x="0" y="0"/>
          <a:ext cx="0" cy="0"/>
          <a:chOff x="0" y="0"/>
          <a:chExt cx="0" cy="0"/>
        </a:xfrm>
      </p:grpSpPr>
      <p:sp>
        <p:nvSpPr>
          <p:cNvPr id="32" name="Google Shape;32;p1"/>
          <p:cNvSpPr txBox="1"/>
          <p:nvPr>
            <p:ph type="title"/>
          </p:nvPr>
        </p:nvSpPr>
        <p:spPr>
          <a:xfrm>
            <a:off x="581192" y="705124"/>
            <a:ext cx="11029500" cy="5571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3" name="Google Shape;33;p1"/>
          <p:cNvSpPr txBox="1"/>
          <p:nvPr>
            <p:ph idx="1" type="body"/>
          </p:nvPr>
        </p:nvSpPr>
        <p:spPr>
          <a:xfrm>
            <a:off x="581192" y="1415198"/>
            <a:ext cx="11029500" cy="4572900"/>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7"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1"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1"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34" name="Google Shape;34;p1"/>
          <p:cNvSpPr txBox="1"/>
          <p:nvPr>
            <p:ph idx="10" type="dt"/>
          </p:nvPr>
        </p:nvSpPr>
        <p:spPr>
          <a:xfrm>
            <a:off x="7605951" y="6423914"/>
            <a:ext cx="2844900" cy="365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35" name="Google Shape;35;p1"/>
          <p:cNvSpPr txBox="1"/>
          <p:nvPr>
            <p:ph idx="12" type="sldNum"/>
          </p:nvPr>
        </p:nvSpPr>
        <p:spPr>
          <a:xfrm>
            <a:off x="10558300" y="6423914"/>
            <a:ext cx="10524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1"/>
          <p:cNvSpPr/>
          <p:nvPr/>
        </p:nvSpPr>
        <p:spPr>
          <a:xfrm>
            <a:off x="446534" y="457200"/>
            <a:ext cx="3703200" cy="9510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8042147" y="453643"/>
            <a:ext cx="3703200" cy="98700"/>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4241830" y="457200"/>
            <a:ext cx="37032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10;&#10;Description automatically generated" id="39" name="Google Shape;39;p1"/>
          <p:cNvPicPr preferRelativeResize="0"/>
          <p:nvPr/>
        </p:nvPicPr>
        <p:blipFill rotWithShape="1">
          <a:blip r:embed="rId1">
            <a:alphaModFix/>
          </a:blip>
          <a:srcRect b="0" l="0" r="0" t="0"/>
          <a:stretch/>
        </p:blipFill>
        <p:spPr>
          <a:xfrm>
            <a:off x="10485003" y="6437910"/>
            <a:ext cx="1125804" cy="3651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3"/>
          <p:cNvSpPr txBox="1"/>
          <p:nvPr>
            <p:ph type="ctrTitle"/>
          </p:nvPr>
        </p:nvSpPr>
        <p:spPr>
          <a:xfrm>
            <a:off x="1349964" y="1108403"/>
            <a:ext cx="9144000" cy="977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600"/>
              <a:buFont typeface="Arial"/>
              <a:buNone/>
            </a:pPr>
            <a:r>
              <a:rPr b="1" lang="en-US">
                <a:solidFill>
                  <a:schemeClr val="accent1"/>
                </a:solidFill>
                <a:latin typeface="Arial"/>
                <a:ea typeface="Arial"/>
                <a:cs typeface="Arial"/>
                <a:sym typeface="Arial"/>
              </a:rPr>
              <a:t>KEY LOGGER PROJECT </a:t>
            </a:r>
            <a:endParaRPr/>
          </a:p>
        </p:txBody>
      </p:sp>
      <p:sp>
        <p:nvSpPr>
          <p:cNvPr id="119" name="Google Shape;119;p13"/>
          <p:cNvSpPr txBox="1"/>
          <p:nvPr/>
        </p:nvSpPr>
        <p:spPr>
          <a:xfrm>
            <a:off x="3117529" y="4586365"/>
            <a:ext cx="7980300" cy="101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482AB"/>
                </a:solidFill>
                <a:latin typeface="Arial"/>
                <a:ea typeface="Arial"/>
                <a:cs typeface="Arial"/>
                <a:sym typeface="Arial"/>
              </a:rPr>
              <a:t>Presented By:</a:t>
            </a:r>
            <a:endParaRPr/>
          </a:p>
          <a:p>
            <a:pPr indent="0" lvl="0" marL="0" marR="0" rtl="0" algn="l">
              <a:spcBef>
                <a:spcPts val="0"/>
              </a:spcBef>
              <a:spcAft>
                <a:spcPts val="0"/>
              </a:spcAft>
              <a:buNone/>
            </a:pPr>
            <a:r>
              <a:rPr b="1" lang="en-US" sz="2000">
                <a:solidFill>
                  <a:srgbClr val="1482AB"/>
                </a:solidFill>
              </a:rPr>
              <a:t>S.Aravindan </a:t>
            </a:r>
            <a:r>
              <a:rPr b="1" lang="en-US" sz="2000">
                <a:solidFill>
                  <a:srgbClr val="1482AB"/>
                </a:solidFill>
                <a:latin typeface="Arial"/>
                <a:ea typeface="Arial"/>
                <a:cs typeface="Arial"/>
                <a:sym typeface="Arial"/>
              </a:rPr>
              <a:t>–III CSE- Vetri Vinayaha College of Engineering and Technology</a:t>
            </a:r>
            <a:endParaRPr/>
          </a:p>
        </p:txBody>
      </p:sp>
      <p:sp>
        <p:nvSpPr>
          <p:cNvPr id="120" name="Google Shape;120;p13"/>
          <p:cNvSpPr txBox="1"/>
          <p:nvPr>
            <p:ph idx="11" type="ftr"/>
          </p:nvPr>
        </p:nvSpPr>
        <p:spPr>
          <a:xfrm>
            <a:off x="581192" y="6423914"/>
            <a:ext cx="9367500" cy="365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6233 - VETRI VINAYAHA COLLEGE OF ENGINEERING AND TECHNOLOGY ,THOTTIAM , TRICHY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4"/>
          <p:cNvSpPr txBox="1"/>
          <p:nvPr>
            <p:ph type="title"/>
          </p:nvPr>
        </p:nvSpPr>
        <p:spPr>
          <a:xfrm>
            <a:off x="849573" y="558468"/>
            <a:ext cx="10515600" cy="132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2060"/>
              </a:buClr>
              <a:buSzPts val="2800"/>
              <a:buFont typeface="Arial"/>
              <a:buNone/>
            </a:pPr>
            <a:r>
              <a:rPr b="1" lang="en-US">
                <a:solidFill>
                  <a:srgbClr val="002060"/>
                </a:solidFill>
                <a:latin typeface="Arial"/>
                <a:ea typeface="Arial"/>
                <a:cs typeface="Arial"/>
                <a:sym typeface="Arial"/>
              </a:rPr>
              <a:t>OUTLINE</a:t>
            </a:r>
            <a:endParaRPr/>
          </a:p>
        </p:txBody>
      </p:sp>
      <p:sp>
        <p:nvSpPr>
          <p:cNvPr id="126" name="Google Shape;126;p14"/>
          <p:cNvSpPr txBox="1"/>
          <p:nvPr>
            <p:ph idx="1" type="body"/>
          </p:nvPr>
        </p:nvSpPr>
        <p:spPr>
          <a:xfrm>
            <a:off x="838200" y="1618938"/>
            <a:ext cx="11019000" cy="52392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840"/>
              <a:buNone/>
            </a:pPr>
            <a:r>
              <a:rPr b="1" lang="en-US" sz="2000">
                <a:latin typeface="Arial"/>
                <a:ea typeface="Arial"/>
                <a:cs typeface="Arial"/>
                <a:sym typeface="Arial"/>
              </a:rPr>
              <a:t>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Problem Statement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Proposed System/Solution</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System Development Approach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Algorithm &amp; Deployment  </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Result (Output Image)</a:t>
            </a:r>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Conclusion</a:t>
            </a:r>
            <a:endParaRPr>
              <a:latin typeface="Arial"/>
              <a:ea typeface="Arial"/>
              <a:cs typeface="Arial"/>
              <a:sym typeface="Arial"/>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Future Scope</a:t>
            </a:r>
            <a:endParaRPr/>
          </a:p>
          <a:p>
            <a:pPr indent="-305435" lvl="0" marL="305435" rtl="0" algn="l">
              <a:lnSpc>
                <a:spcPct val="110000"/>
              </a:lnSpc>
              <a:spcBef>
                <a:spcPts val="1000"/>
              </a:spcBef>
              <a:spcAft>
                <a:spcPts val="0"/>
              </a:spcAft>
              <a:buSzPts val="1840"/>
              <a:buChar char="◼"/>
            </a:pPr>
            <a:r>
              <a:rPr b="1" lang="en-US" sz="2000">
                <a:latin typeface="Arial"/>
                <a:ea typeface="Arial"/>
                <a:cs typeface="Arial"/>
                <a:sym typeface="Arial"/>
              </a:rPr>
              <a:t>References</a:t>
            </a:r>
            <a:endParaRPr>
              <a:latin typeface="Arial"/>
              <a:ea typeface="Arial"/>
              <a:cs typeface="Arial"/>
              <a:sym typeface="Arial"/>
            </a:endParaRPr>
          </a:p>
          <a:p>
            <a:pPr indent="-206121" lvl="0" marL="305435" rtl="0" algn="l">
              <a:lnSpc>
                <a:spcPct val="110000"/>
              </a:lnSpc>
              <a:spcBef>
                <a:spcPts val="940"/>
              </a:spcBef>
              <a:spcAft>
                <a:spcPts val="0"/>
              </a:spcAft>
              <a:buSzPts val="1564"/>
              <a:buNone/>
            </a:pPr>
            <a:r>
              <a:t/>
            </a:r>
            <a:endParaRPr>
              <a:latin typeface="Arial"/>
              <a:ea typeface="Arial"/>
              <a:cs typeface="Arial"/>
              <a:sym typeface="Arial"/>
            </a:endParaRPr>
          </a:p>
        </p:txBody>
      </p:sp>
      <p:sp>
        <p:nvSpPr>
          <p:cNvPr id="127" name="Google Shape;127;p14"/>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PROBLEM STATEMENT</a:t>
            </a:r>
            <a:endParaRPr sz="4400"/>
          </a:p>
        </p:txBody>
      </p:sp>
      <p:sp>
        <p:nvSpPr>
          <p:cNvPr id="133" name="Google Shape;133;p15"/>
          <p:cNvSpPr txBox="1"/>
          <p:nvPr>
            <p:ph idx="1" type="body"/>
          </p:nvPr>
        </p:nvSpPr>
        <p:spPr>
          <a:xfrm>
            <a:off x="452403" y="1237632"/>
            <a:ext cx="11029500" cy="46734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2944"/>
              <a:buNone/>
            </a:pPr>
            <a:r>
              <a:rPr lang="en-US" sz="3200">
                <a:solidFill>
                  <a:srgbClr val="0F0F0F"/>
                </a:solidFill>
              </a:rPr>
              <a:t>Example:</a:t>
            </a:r>
            <a:r>
              <a:rPr lang="en-US" sz="2800">
                <a:solidFill>
                  <a:srgbClr val="0F0F0F"/>
                </a:solidFill>
              </a:rPr>
              <a:t> In today's digital age, where cybersecurity threats loom large, one of the significant concerns is the proliferation of keyloggers, stealthy software tools designed to monitor and record keystrokes on a user's computer without their knowledge. Keyloggers pose a severe threat to individuals and organizations as they can capture sensitive information such as passwords, credit card details, and other personal data, leading to identity theft, financial loss, and privacy breaches.</a:t>
            </a:r>
            <a:endParaRPr/>
          </a:p>
        </p:txBody>
      </p:sp>
      <p:sp>
        <p:nvSpPr>
          <p:cNvPr id="134" name="Google Shape;134;p15"/>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WHAT IS KEYLOGGER</a:t>
            </a:r>
            <a:endParaRPr sz="4400"/>
          </a:p>
        </p:txBody>
      </p:sp>
      <p:sp>
        <p:nvSpPr>
          <p:cNvPr id="140" name="Google Shape;140;p16"/>
          <p:cNvSpPr txBox="1"/>
          <p:nvPr>
            <p:ph idx="1" type="body"/>
          </p:nvPr>
        </p:nvSpPr>
        <p:spPr>
          <a:xfrm>
            <a:off x="452403" y="1237632"/>
            <a:ext cx="11029500" cy="4673400"/>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840"/>
              <a:buChar char="◼"/>
            </a:pPr>
            <a:r>
              <a:rPr lang="en-US" sz="2000"/>
              <a:t>Keylogger is one kind of surveillance technology that is used to monitor and capture keystrokes of a specific device</a:t>
            </a:r>
            <a:endParaRPr/>
          </a:p>
          <a:p>
            <a:pPr indent="-306000" lvl="0" marL="306000" rtl="0" algn="l">
              <a:lnSpc>
                <a:spcPct val="110000"/>
              </a:lnSpc>
              <a:spcBef>
                <a:spcPts val="1000"/>
              </a:spcBef>
              <a:spcAft>
                <a:spcPts val="0"/>
              </a:spcAft>
              <a:buSzPts val="1840"/>
              <a:buChar char="◼"/>
            </a:pPr>
            <a:r>
              <a:rPr lang="en-US" sz="2000"/>
              <a:t>It can work from both hardware and software </a:t>
            </a:r>
            <a:endParaRPr sz="2000"/>
          </a:p>
        </p:txBody>
      </p:sp>
      <p:sp>
        <p:nvSpPr>
          <p:cNvPr id="141" name="Google Shape;141;p16"/>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7"/>
          <p:cNvSpPr txBox="1"/>
          <p:nvPr>
            <p:ph type="title"/>
          </p:nvPr>
        </p:nvSpPr>
        <p:spPr>
          <a:xfrm>
            <a:off x="581193" y="729658"/>
            <a:ext cx="11029500" cy="4929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rgbClr val="3F3F3F"/>
              </a:buClr>
              <a:buSzPct val="100000"/>
              <a:buFont typeface="Franklin Gothic"/>
              <a:buNone/>
            </a:pPr>
            <a:r>
              <a:rPr lang="en-US"/>
              <a:t>HARDWARE KEYLOGGER</a:t>
            </a:r>
            <a:endParaRPr/>
          </a:p>
        </p:txBody>
      </p:sp>
      <p:pic>
        <p:nvPicPr>
          <p:cNvPr id="147" name="Google Shape;147;p17"/>
          <p:cNvPicPr preferRelativeResize="0"/>
          <p:nvPr>
            <p:ph idx="1" type="body"/>
          </p:nvPr>
        </p:nvPicPr>
        <p:blipFill rotWithShape="1">
          <a:blip r:embed="rId3">
            <a:alphaModFix/>
          </a:blip>
          <a:srcRect b="0" l="0" r="0" t="0"/>
          <a:stretch/>
        </p:blipFill>
        <p:spPr>
          <a:xfrm>
            <a:off x="6636340" y="1658770"/>
            <a:ext cx="2448000" cy="1866900"/>
          </a:xfrm>
          <a:prstGeom prst="rect">
            <a:avLst/>
          </a:prstGeom>
          <a:noFill/>
          <a:ln>
            <a:noFill/>
          </a:ln>
        </p:spPr>
      </p:pic>
      <p:sp>
        <p:nvSpPr>
          <p:cNvPr id="148" name="Google Shape;148;p17"/>
          <p:cNvSpPr txBox="1"/>
          <p:nvPr>
            <p:ph idx="2" type="body"/>
          </p:nvPr>
        </p:nvSpPr>
        <p:spPr>
          <a:xfrm>
            <a:off x="718351" y="1658770"/>
            <a:ext cx="5194800" cy="4469700"/>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564"/>
              <a:buChar char="◼"/>
            </a:pPr>
            <a:r>
              <a:rPr lang="en-US"/>
              <a:t>Physical Placement</a:t>
            </a:r>
            <a:endParaRPr/>
          </a:p>
          <a:p>
            <a:pPr indent="-306000" lvl="0" marL="306000" rtl="0" algn="l">
              <a:lnSpc>
                <a:spcPct val="110000"/>
              </a:lnSpc>
              <a:spcBef>
                <a:spcPts val="940"/>
              </a:spcBef>
              <a:spcAft>
                <a:spcPts val="0"/>
              </a:spcAft>
              <a:buSzPts val="1564"/>
              <a:buChar char="◼"/>
            </a:pPr>
            <a:r>
              <a:rPr lang="en-US"/>
              <a:t>Stealth and Detection Avoidance</a:t>
            </a:r>
            <a:endParaRPr/>
          </a:p>
          <a:p>
            <a:pPr indent="-306000" lvl="0" marL="306000" rtl="0" algn="l">
              <a:lnSpc>
                <a:spcPct val="110000"/>
              </a:lnSpc>
              <a:spcBef>
                <a:spcPts val="940"/>
              </a:spcBef>
              <a:spcAft>
                <a:spcPts val="0"/>
              </a:spcAft>
              <a:buSzPts val="1564"/>
              <a:buChar char="◼"/>
            </a:pPr>
            <a:r>
              <a:rPr lang="en-US"/>
              <a:t>Versatility and Persistance </a:t>
            </a:r>
            <a:endParaRPr/>
          </a:p>
        </p:txBody>
      </p:sp>
      <p:sp>
        <p:nvSpPr>
          <p:cNvPr id="149" name="Google Shape;149;p17"/>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ph type="title"/>
          </p:nvPr>
        </p:nvSpPr>
        <p:spPr>
          <a:xfrm>
            <a:off x="581193" y="729658"/>
            <a:ext cx="11029500" cy="4929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PROPOSED SOLUTION</a:t>
            </a:r>
            <a:endParaRPr sz="4400"/>
          </a:p>
        </p:txBody>
      </p:sp>
      <p:sp>
        <p:nvSpPr>
          <p:cNvPr id="155" name="Google Shape;155;p18"/>
          <p:cNvSpPr txBox="1"/>
          <p:nvPr>
            <p:ph idx="1" type="body"/>
          </p:nvPr>
        </p:nvSpPr>
        <p:spPr>
          <a:xfrm>
            <a:off x="581193" y="1391479"/>
            <a:ext cx="5194800" cy="4469700"/>
          </a:xfrm>
          <a:prstGeom prst="rect">
            <a:avLst/>
          </a:prstGeom>
          <a:noFill/>
          <a:ln>
            <a:noFill/>
          </a:ln>
        </p:spPr>
        <p:txBody>
          <a:bodyPr anchorCtr="0" anchor="ctr" bIns="45700" lIns="91425" spcFirstLastPara="1" rIns="91425" wrap="square" tIns="45700">
            <a:noAutofit/>
          </a:bodyPr>
          <a:lstStyle/>
          <a:p>
            <a:pPr indent="-235330" lvl="0" marL="305435" rtl="0" algn="l">
              <a:lnSpc>
                <a:spcPct val="110000"/>
              </a:lnSpc>
              <a:spcBef>
                <a:spcPts val="0"/>
              </a:spcBef>
              <a:spcAft>
                <a:spcPts val="0"/>
              </a:spcAft>
              <a:buSzPts val="1104"/>
              <a:buNone/>
            </a:pPr>
            <a:r>
              <a:t/>
            </a:r>
            <a:endParaRPr b="1" sz="1200">
              <a:latin typeface="Calibri"/>
              <a:ea typeface="Calibri"/>
              <a:cs typeface="Calibri"/>
              <a:sym typeface="Calibri"/>
            </a:endParaRPr>
          </a:p>
          <a:p>
            <a:pPr indent="0" lvl="0" marL="0" rtl="0" algn="l">
              <a:lnSpc>
                <a:spcPct val="110000"/>
              </a:lnSpc>
              <a:spcBef>
                <a:spcPts val="940"/>
              </a:spcBef>
              <a:spcAft>
                <a:spcPts val="0"/>
              </a:spcAft>
              <a:buSzPts val="1564"/>
              <a:buNone/>
            </a:pPr>
            <a:r>
              <a:t/>
            </a:r>
            <a:endParaRPr/>
          </a:p>
        </p:txBody>
      </p:sp>
      <p:sp>
        <p:nvSpPr>
          <p:cNvPr id="156" name="Google Shape;156;p18"/>
          <p:cNvSpPr txBox="1"/>
          <p:nvPr>
            <p:ph idx="2" type="body"/>
          </p:nvPr>
        </p:nvSpPr>
        <p:spPr>
          <a:xfrm>
            <a:off x="596434" y="1391479"/>
            <a:ext cx="9891600" cy="4469700"/>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1564"/>
              <a:buChar char="◼"/>
            </a:pPr>
            <a:r>
              <a:rPr lang="en-US"/>
              <a:t>In Proposed system we using keylogger files using python libraries and get the date from target user without their knowledge </a:t>
            </a:r>
            <a:endParaRPr/>
          </a:p>
          <a:p>
            <a:pPr indent="-206686" lvl="0" marL="306000" rtl="0" algn="l">
              <a:lnSpc>
                <a:spcPct val="110000"/>
              </a:lnSpc>
              <a:spcBef>
                <a:spcPts val="940"/>
              </a:spcBef>
              <a:spcAft>
                <a:spcPts val="0"/>
              </a:spcAft>
              <a:buSzPts val="1564"/>
              <a:buNone/>
            </a:pPr>
            <a:r>
              <a:t/>
            </a:r>
            <a:endParaRPr/>
          </a:p>
          <a:p>
            <a:pPr indent="-206686" lvl="0" marL="306000" rtl="0" algn="l">
              <a:lnSpc>
                <a:spcPct val="110000"/>
              </a:lnSpc>
              <a:spcBef>
                <a:spcPts val="940"/>
              </a:spcBef>
              <a:spcAft>
                <a:spcPts val="0"/>
              </a:spcAft>
              <a:buSzPts val="1564"/>
              <a:buNone/>
            </a:pPr>
            <a:r>
              <a:t/>
            </a:r>
            <a:endParaRPr/>
          </a:p>
          <a:p>
            <a:pPr indent="-206686" lvl="0" marL="306000" rtl="0" algn="l">
              <a:lnSpc>
                <a:spcPct val="110000"/>
              </a:lnSpc>
              <a:spcBef>
                <a:spcPts val="940"/>
              </a:spcBef>
              <a:spcAft>
                <a:spcPts val="0"/>
              </a:spcAft>
              <a:buSzPts val="1564"/>
              <a:buNone/>
            </a:pPr>
            <a:r>
              <a:t/>
            </a:r>
            <a:endParaRPr/>
          </a:p>
          <a:p>
            <a:pPr indent="-206686" lvl="0" marL="306000" rtl="0" algn="l">
              <a:lnSpc>
                <a:spcPct val="110000"/>
              </a:lnSpc>
              <a:spcBef>
                <a:spcPts val="940"/>
              </a:spcBef>
              <a:spcAft>
                <a:spcPts val="0"/>
              </a:spcAft>
              <a:buSzPts val="1564"/>
              <a:buNone/>
            </a:pPr>
            <a:r>
              <a:t/>
            </a:r>
            <a:endParaRPr/>
          </a:p>
          <a:p>
            <a:pPr indent="-206686" lvl="0" marL="306000" rtl="0" algn="l">
              <a:lnSpc>
                <a:spcPct val="110000"/>
              </a:lnSpc>
              <a:spcBef>
                <a:spcPts val="940"/>
              </a:spcBef>
              <a:spcAft>
                <a:spcPts val="0"/>
              </a:spcAft>
              <a:buSzPts val="1564"/>
              <a:buNone/>
            </a:pPr>
            <a:r>
              <a:t/>
            </a:r>
            <a:endParaRPr/>
          </a:p>
          <a:p>
            <a:pPr indent="-206686" lvl="0" marL="306000" rtl="0" algn="l">
              <a:lnSpc>
                <a:spcPct val="110000"/>
              </a:lnSpc>
              <a:spcBef>
                <a:spcPts val="940"/>
              </a:spcBef>
              <a:spcAft>
                <a:spcPts val="0"/>
              </a:spcAft>
              <a:buSzPts val="1564"/>
              <a:buNone/>
            </a:pPr>
            <a:r>
              <a:t/>
            </a:r>
            <a:endParaRPr/>
          </a:p>
          <a:p>
            <a:pPr indent="0" lvl="0" marL="0" rtl="0" algn="l">
              <a:lnSpc>
                <a:spcPct val="110000"/>
              </a:lnSpc>
              <a:spcBef>
                <a:spcPts val="940"/>
              </a:spcBef>
              <a:spcAft>
                <a:spcPts val="0"/>
              </a:spcAft>
              <a:buSzPts val="1564"/>
              <a:buNone/>
            </a:pPr>
            <a:r>
              <a:t/>
            </a:r>
            <a:endParaRPr/>
          </a:p>
        </p:txBody>
      </p:sp>
      <p:sp>
        <p:nvSpPr>
          <p:cNvPr id="157" name="Google Shape;157;p18"/>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
        <p:nvSpPr>
          <p:cNvPr id="158" name="Google Shape;158;p18"/>
          <p:cNvSpPr/>
          <p:nvPr/>
        </p:nvSpPr>
        <p:spPr>
          <a:xfrm>
            <a:off x="723899" y="2684433"/>
            <a:ext cx="2450700" cy="941700"/>
          </a:xfrm>
          <a:prstGeom prst="roundRect">
            <a:avLst>
              <a:gd fmla="val 16667" name="adj"/>
            </a:avLst>
          </a:prstGeom>
          <a:solidFill>
            <a:schemeClr val="l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Python Software</a:t>
            </a:r>
            <a:endParaRPr sz="1800">
              <a:solidFill>
                <a:schemeClr val="dk1"/>
              </a:solidFill>
              <a:latin typeface="Libre Franklin"/>
              <a:ea typeface="Libre Franklin"/>
              <a:cs typeface="Libre Franklin"/>
              <a:sym typeface="Libre Franklin"/>
            </a:endParaRPr>
          </a:p>
        </p:txBody>
      </p:sp>
      <p:sp>
        <p:nvSpPr>
          <p:cNvPr id="159" name="Google Shape;159;p18"/>
          <p:cNvSpPr/>
          <p:nvPr/>
        </p:nvSpPr>
        <p:spPr>
          <a:xfrm>
            <a:off x="4489911" y="2638713"/>
            <a:ext cx="2450700" cy="941700"/>
          </a:xfrm>
          <a:prstGeom prst="roundRect">
            <a:avLst>
              <a:gd fmla="val 16667" name="adj"/>
            </a:avLst>
          </a:prstGeom>
          <a:solidFill>
            <a:schemeClr val="l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Python Source Code</a:t>
            </a:r>
            <a:endParaRPr sz="1800">
              <a:solidFill>
                <a:schemeClr val="dk1"/>
              </a:solidFill>
              <a:latin typeface="Libre Franklin"/>
              <a:ea typeface="Libre Franklin"/>
              <a:cs typeface="Libre Franklin"/>
              <a:sym typeface="Libre Franklin"/>
            </a:endParaRPr>
          </a:p>
        </p:txBody>
      </p:sp>
      <p:sp>
        <p:nvSpPr>
          <p:cNvPr id="160" name="Google Shape;160;p18"/>
          <p:cNvSpPr/>
          <p:nvPr/>
        </p:nvSpPr>
        <p:spPr>
          <a:xfrm>
            <a:off x="729995" y="4716621"/>
            <a:ext cx="2450700" cy="941700"/>
          </a:xfrm>
          <a:prstGeom prst="roundRect">
            <a:avLst>
              <a:gd fmla="val 16667" name="adj"/>
            </a:avLst>
          </a:prstGeom>
          <a:solidFill>
            <a:schemeClr val="l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Results are stored in Keylogger.txt file</a:t>
            </a:r>
            <a:endParaRPr sz="1800">
              <a:solidFill>
                <a:schemeClr val="lt1"/>
              </a:solidFill>
              <a:latin typeface="Libre Franklin"/>
              <a:ea typeface="Libre Franklin"/>
              <a:cs typeface="Libre Franklin"/>
              <a:sym typeface="Libre Franklin"/>
            </a:endParaRPr>
          </a:p>
        </p:txBody>
      </p:sp>
      <p:sp>
        <p:nvSpPr>
          <p:cNvPr id="161" name="Google Shape;161;p18"/>
          <p:cNvSpPr/>
          <p:nvPr/>
        </p:nvSpPr>
        <p:spPr>
          <a:xfrm>
            <a:off x="8369596" y="2589691"/>
            <a:ext cx="2450700" cy="941700"/>
          </a:xfrm>
          <a:prstGeom prst="roundRect">
            <a:avLst>
              <a:gd fmla="val 16667" name="adj"/>
            </a:avLst>
          </a:prstGeom>
          <a:solidFill>
            <a:schemeClr val="l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Run the Code</a:t>
            </a:r>
            <a:endParaRPr sz="1800">
              <a:solidFill>
                <a:schemeClr val="dk1"/>
              </a:solidFill>
              <a:latin typeface="Libre Franklin"/>
              <a:ea typeface="Libre Franklin"/>
              <a:cs typeface="Libre Franklin"/>
              <a:sym typeface="Libre Franklin"/>
            </a:endParaRPr>
          </a:p>
        </p:txBody>
      </p:sp>
      <p:sp>
        <p:nvSpPr>
          <p:cNvPr id="162" name="Google Shape;162;p18"/>
          <p:cNvSpPr/>
          <p:nvPr/>
        </p:nvSpPr>
        <p:spPr>
          <a:xfrm>
            <a:off x="8455671" y="4685357"/>
            <a:ext cx="2450700" cy="941700"/>
          </a:xfrm>
          <a:prstGeom prst="roundRect">
            <a:avLst>
              <a:gd fmla="val 16667" name="adj"/>
            </a:avLst>
          </a:prstGeom>
          <a:solidFill>
            <a:schemeClr val="l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To Start Keylogger</a:t>
            </a:r>
            <a:endParaRPr sz="1800">
              <a:solidFill>
                <a:schemeClr val="dk1"/>
              </a:solidFill>
              <a:latin typeface="Libre Franklin"/>
              <a:ea typeface="Libre Franklin"/>
              <a:cs typeface="Libre Franklin"/>
              <a:sym typeface="Libre Franklin"/>
            </a:endParaRPr>
          </a:p>
        </p:txBody>
      </p:sp>
      <p:sp>
        <p:nvSpPr>
          <p:cNvPr id="163" name="Google Shape;163;p18"/>
          <p:cNvSpPr/>
          <p:nvPr/>
        </p:nvSpPr>
        <p:spPr>
          <a:xfrm>
            <a:off x="4489911" y="4729735"/>
            <a:ext cx="2450700" cy="941700"/>
          </a:xfrm>
          <a:prstGeom prst="roundRect">
            <a:avLst>
              <a:gd fmla="val 16667" name="adj"/>
            </a:avLst>
          </a:prstGeom>
          <a:solidFill>
            <a:schemeClr val="l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 Gathering keys from the user</a:t>
            </a:r>
            <a:endParaRPr sz="1800">
              <a:solidFill>
                <a:schemeClr val="dk1"/>
              </a:solidFill>
              <a:latin typeface="Libre Franklin"/>
              <a:ea typeface="Libre Franklin"/>
              <a:cs typeface="Libre Franklin"/>
              <a:sym typeface="Libre Franklin"/>
            </a:endParaRPr>
          </a:p>
        </p:txBody>
      </p:sp>
      <p:sp>
        <p:nvSpPr>
          <p:cNvPr id="164" name="Google Shape;164;p18"/>
          <p:cNvSpPr/>
          <p:nvPr/>
        </p:nvSpPr>
        <p:spPr>
          <a:xfrm rot="5400000">
            <a:off x="9307307" y="3813722"/>
            <a:ext cx="843900" cy="519600"/>
          </a:xfrm>
          <a:prstGeom prst="rightArrow">
            <a:avLst>
              <a:gd fmla="val 50000" name="adj1"/>
              <a:gd fmla="val 50000" name="adj2"/>
            </a:avLst>
          </a:prstGeom>
          <a:solidFill>
            <a:schemeClr val="accen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65" name="Google Shape;165;p18"/>
          <p:cNvSpPr/>
          <p:nvPr/>
        </p:nvSpPr>
        <p:spPr>
          <a:xfrm>
            <a:off x="7193568" y="2800766"/>
            <a:ext cx="843900" cy="519600"/>
          </a:xfrm>
          <a:prstGeom prst="rightArrow">
            <a:avLst>
              <a:gd fmla="val 50000" name="adj1"/>
              <a:gd fmla="val 50000" name="adj2"/>
            </a:avLst>
          </a:prstGeom>
          <a:solidFill>
            <a:schemeClr val="accen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66" name="Google Shape;166;p18"/>
          <p:cNvSpPr/>
          <p:nvPr/>
        </p:nvSpPr>
        <p:spPr>
          <a:xfrm>
            <a:off x="3427556" y="2849787"/>
            <a:ext cx="843900" cy="519600"/>
          </a:xfrm>
          <a:prstGeom prst="rightArrow">
            <a:avLst>
              <a:gd fmla="val 50000" name="adj1"/>
              <a:gd fmla="val 50000" name="adj2"/>
            </a:avLst>
          </a:prstGeom>
          <a:solidFill>
            <a:schemeClr val="accen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67" name="Google Shape;167;p18"/>
          <p:cNvSpPr/>
          <p:nvPr/>
        </p:nvSpPr>
        <p:spPr>
          <a:xfrm rot="10800000">
            <a:off x="7229091" y="4927778"/>
            <a:ext cx="843900" cy="519600"/>
          </a:xfrm>
          <a:prstGeom prst="rightArrow">
            <a:avLst>
              <a:gd fmla="val 50000" name="adj1"/>
              <a:gd fmla="val 50000" name="adj2"/>
            </a:avLst>
          </a:prstGeom>
          <a:solidFill>
            <a:schemeClr val="accen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68" name="Google Shape;168;p18"/>
          <p:cNvSpPr/>
          <p:nvPr/>
        </p:nvSpPr>
        <p:spPr>
          <a:xfrm rot="10800000">
            <a:off x="3395762" y="4896514"/>
            <a:ext cx="843900" cy="519600"/>
          </a:xfrm>
          <a:prstGeom prst="rightArrow">
            <a:avLst>
              <a:gd fmla="val 50000" name="adj1"/>
              <a:gd fmla="val 50000" name="adj2"/>
            </a:avLst>
          </a:prstGeom>
          <a:solidFill>
            <a:schemeClr val="accent1"/>
          </a:solidFill>
          <a:ln cap="rnd" cmpd="sng" w="22225">
            <a:solidFill>
              <a:srgbClr val="0B49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581192" y="662572"/>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SYSTEM  REQUIREMENTS</a:t>
            </a:r>
            <a:endParaRPr sz="4400">
              <a:solidFill>
                <a:schemeClr val="accent1"/>
              </a:solidFill>
              <a:latin typeface="Calibri"/>
              <a:ea typeface="Calibri"/>
              <a:cs typeface="Calibri"/>
              <a:sym typeface="Calibri"/>
            </a:endParaRPr>
          </a:p>
        </p:txBody>
      </p:sp>
      <p:sp>
        <p:nvSpPr>
          <p:cNvPr id="174" name="Google Shape;174;p19"/>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2944"/>
              <a:buNone/>
            </a:pPr>
            <a:r>
              <a:t/>
            </a:r>
            <a:endParaRPr sz="3200"/>
          </a:p>
          <a:p>
            <a:pPr indent="0" lvl="0" marL="0" rtl="0" algn="l">
              <a:lnSpc>
                <a:spcPct val="110000"/>
              </a:lnSpc>
              <a:spcBef>
                <a:spcPts val="1320"/>
              </a:spcBef>
              <a:spcAft>
                <a:spcPts val="0"/>
              </a:spcAft>
              <a:buSzPts val="3312"/>
              <a:buNone/>
            </a:pPr>
            <a:r>
              <a:t/>
            </a:r>
            <a:endParaRPr b="1" sz="3600">
              <a:solidFill>
                <a:srgbClr val="0F0F0F"/>
              </a:solidFill>
            </a:endParaRPr>
          </a:p>
          <a:p>
            <a:pPr indent="-305435" lvl="0" marL="305435" rtl="0" algn="l">
              <a:lnSpc>
                <a:spcPct val="110000"/>
              </a:lnSpc>
              <a:spcBef>
                <a:spcPts val="1320"/>
              </a:spcBef>
              <a:spcAft>
                <a:spcPts val="0"/>
              </a:spcAft>
              <a:buSzPts val="3312"/>
              <a:buChar char="◼"/>
            </a:pPr>
            <a:r>
              <a:rPr b="1" lang="en-US" sz="3600">
                <a:solidFill>
                  <a:srgbClr val="0F0F0F"/>
                </a:solidFill>
              </a:rPr>
              <a:t>Python IDLE (Python 3.12.3 version)</a:t>
            </a:r>
            <a:endParaRPr/>
          </a:p>
          <a:p>
            <a:pPr indent="-305435" lvl="0" marL="305435" rtl="0" algn="l">
              <a:lnSpc>
                <a:spcPct val="110000"/>
              </a:lnSpc>
              <a:spcBef>
                <a:spcPts val="1320"/>
              </a:spcBef>
              <a:spcAft>
                <a:spcPts val="0"/>
              </a:spcAft>
              <a:buSzPts val="3312"/>
              <a:buChar char="◼"/>
            </a:pPr>
            <a:r>
              <a:rPr b="1" lang="en-US" sz="3600">
                <a:solidFill>
                  <a:srgbClr val="0F0F0F"/>
                </a:solidFill>
              </a:rPr>
              <a:t>Python Commands &amp; Libraires Files </a:t>
            </a:r>
            <a:endParaRPr/>
          </a:p>
          <a:p>
            <a:pPr indent="-305435" lvl="0" marL="305435" rtl="0" algn="l">
              <a:lnSpc>
                <a:spcPct val="110000"/>
              </a:lnSpc>
              <a:spcBef>
                <a:spcPts val="1320"/>
              </a:spcBef>
              <a:spcAft>
                <a:spcPts val="0"/>
              </a:spcAft>
              <a:buSzPts val="3312"/>
              <a:buChar char="◼"/>
            </a:pPr>
            <a:r>
              <a:rPr b="1" lang="en-US" sz="3600">
                <a:solidFill>
                  <a:srgbClr val="0F0F0F"/>
                </a:solidFill>
              </a:rPr>
              <a:t>pip install pynput</a:t>
            </a:r>
            <a:endParaRPr b="1" sz="3600">
              <a:solidFill>
                <a:srgbClr val="0F0F0F"/>
              </a:solidFill>
            </a:endParaRPr>
          </a:p>
          <a:p>
            <a:pPr indent="-305435" lvl="0" marL="305435" rtl="0" algn="l">
              <a:lnSpc>
                <a:spcPct val="110000"/>
              </a:lnSpc>
              <a:spcBef>
                <a:spcPts val="1320"/>
              </a:spcBef>
              <a:spcAft>
                <a:spcPts val="0"/>
              </a:spcAft>
              <a:buSzPts val="3312"/>
              <a:buChar char="◼"/>
            </a:pPr>
            <a:r>
              <a:rPr b="1" lang="en-US" sz="3600">
                <a:solidFill>
                  <a:srgbClr val="0F0F0F"/>
                </a:solidFill>
              </a:rPr>
              <a:t>pip install jsonlib</a:t>
            </a:r>
            <a:endParaRPr b="1" sz="3600">
              <a:solidFill>
                <a:srgbClr val="0F0F0F"/>
              </a:solidFill>
            </a:endParaRPr>
          </a:p>
          <a:p>
            <a:pPr indent="-95123" lvl="0" marL="305435" rtl="0" algn="l">
              <a:lnSpc>
                <a:spcPct val="110000"/>
              </a:lnSpc>
              <a:spcBef>
                <a:spcPts val="1320"/>
              </a:spcBef>
              <a:spcAft>
                <a:spcPts val="0"/>
              </a:spcAft>
              <a:buSzPts val="3312"/>
              <a:buNone/>
            </a:pPr>
            <a:r>
              <a:t/>
            </a:r>
            <a:endParaRPr b="1" sz="3600">
              <a:solidFill>
                <a:srgbClr val="0F0F0F"/>
              </a:solidFill>
            </a:endParaRPr>
          </a:p>
        </p:txBody>
      </p:sp>
      <p:sp>
        <p:nvSpPr>
          <p:cNvPr id="175" name="Google Shape;175;p19"/>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ALGORITHM &amp; DEPLOYMENT</a:t>
            </a:r>
            <a:endParaRPr/>
          </a:p>
        </p:txBody>
      </p:sp>
      <p:sp>
        <p:nvSpPr>
          <p:cNvPr id="181" name="Google Shape;181;p20"/>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564"/>
              <a:buNone/>
            </a:pPr>
            <a:r>
              <a:t/>
            </a:r>
            <a:endParaRPr/>
          </a:p>
          <a:p>
            <a:pPr indent="-206121" lvl="0" marL="305435" rtl="0" algn="l">
              <a:lnSpc>
                <a:spcPct val="110000"/>
              </a:lnSpc>
              <a:spcBef>
                <a:spcPts val="940"/>
              </a:spcBef>
              <a:spcAft>
                <a:spcPts val="0"/>
              </a:spcAft>
              <a:buSzPts val="1564"/>
              <a:buNone/>
            </a:pPr>
            <a:r>
              <a:t/>
            </a:r>
            <a:endParaRPr/>
          </a:p>
        </p:txBody>
      </p:sp>
      <p:sp>
        <p:nvSpPr>
          <p:cNvPr id="182" name="Google Shape;182;p20"/>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pic>
        <p:nvPicPr>
          <p:cNvPr id="183" name="Google Shape;183;p20"/>
          <p:cNvPicPr preferRelativeResize="0"/>
          <p:nvPr/>
        </p:nvPicPr>
        <p:blipFill rotWithShape="1">
          <a:blip r:embed="rId3">
            <a:alphaModFix/>
          </a:blip>
          <a:srcRect b="0" l="0" r="0" t="0"/>
          <a:stretch/>
        </p:blipFill>
        <p:spPr>
          <a:xfrm>
            <a:off x="283464" y="1232452"/>
            <a:ext cx="3731434" cy="4673324"/>
          </a:xfrm>
          <a:prstGeom prst="rect">
            <a:avLst/>
          </a:prstGeom>
          <a:noFill/>
          <a:ln>
            <a:noFill/>
          </a:ln>
        </p:spPr>
      </p:pic>
      <p:pic>
        <p:nvPicPr>
          <p:cNvPr id="184" name="Google Shape;184;p20"/>
          <p:cNvPicPr preferRelativeResize="0"/>
          <p:nvPr/>
        </p:nvPicPr>
        <p:blipFill rotWithShape="1">
          <a:blip r:embed="rId4">
            <a:alphaModFix/>
          </a:blip>
          <a:srcRect b="0" l="0" r="0" t="0"/>
          <a:stretch/>
        </p:blipFill>
        <p:spPr>
          <a:xfrm>
            <a:off x="4014898" y="1276864"/>
            <a:ext cx="3323973" cy="3235463"/>
          </a:xfrm>
          <a:prstGeom prst="rect">
            <a:avLst/>
          </a:prstGeom>
          <a:noFill/>
          <a:ln>
            <a:noFill/>
          </a:ln>
        </p:spPr>
      </p:pic>
      <p:pic>
        <p:nvPicPr>
          <p:cNvPr id="185" name="Google Shape;185;p20"/>
          <p:cNvPicPr preferRelativeResize="0"/>
          <p:nvPr/>
        </p:nvPicPr>
        <p:blipFill rotWithShape="1">
          <a:blip r:embed="rId5">
            <a:alphaModFix/>
          </a:blip>
          <a:srcRect b="0" l="0" r="0" t="0"/>
          <a:stretch/>
        </p:blipFill>
        <p:spPr>
          <a:xfrm>
            <a:off x="7712467" y="1232452"/>
            <a:ext cx="3524742" cy="35723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RESULT</a:t>
            </a:r>
            <a:endParaRPr/>
          </a:p>
        </p:txBody>
      </p:sp>
      <p:sp>
        <p:nvSpPr>
          <p:cNvPr id="191" name="Google Shape;191;p21"/>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pic>
        <p:nvPicPr>
          <p:cNvPr id="192" name="Google Shape;192;p21"/>
          <p:cNvPicPr preferRelativeResize="0"/>
          <p:nvPr>
            <p:ph idx="1" type="body"/>
          </p:nvPr>
        </p:nvPicPr>
        <p:blipFill rotWithShape="1">
          <a:blip r:embed="rId3">
            <a:alphaModFix/>
          </a:blip>
          <a:srcRect b="0" l="0" r="0" t="0"/>
          <a:stretch/>
        </p:blipFill>
        <p:spPr>
          <a:xfrm>
            <a:off x="581025" y="2638353"/>
            <a:ext cx="11030100" cy="2000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type="title"/>
          </p:nvPr>
        </p:nvSpPr>
        <p:spPr>
          <a:xfrm>
            <a:off x="581192" y="702156"/>
            <a:ext cx="11029500" cy="530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US" sz="4400">
                <a:solidFill>
                  <a:schemeClr val="accent1"/>
                </a:solidFill>
                <a:latin typeface="Arial"/>
                <a:ea typeface="Arial"/>
                <a:cs typeface="Arial"/>
                <a:sym typeface="Arial"/>
              </a:rPr>
              <a:t>CONCLUSION</a:t>
            </a:r>
            <a:endParaRPr/>
          </a:p>
        </p:txBody>
      </p:sp>
      <p:sp>
        <p:nvSpPr>
          <p:cNvPr id="198" name="Google Shape;198;p22"/>
          <p:cNvSpPr txBox="1"/>
          <p:nvPr>
            <p:ph idx="1" type="body"/>
          </p:nvPr>
        </p:nvSpPr>
        <p:spPr>
          <a:xfrm>
            <a:off x="581192" y="1302026"/>
            <a:ext cx="11029500" cy="4673400"/>
          </a:xfrm>
          <a:prstGeom prst="rect">
            <a:avLst/>
          </a:prstGeom>
          <a:noFill/>
          <a:ln>
            <a:noFill/>
          </a:ln>
        </p:spPr>
        <p:txBody>
          <a:bodyPr anchorCtr="0" anchor="ctr" bIns="45700" lIns="91425" spcFirstLastPara="1" rIns="91425" wrap="square" tIns="45700">
            <a:normAutofit/>
          </a:bodyPr>
          <a:lstStyle/>
          <a:p>
            <a:pPr indent="-305435" lvl="0" marL="305435" rtl="0" algn="l">
              <a:lnSpc>
                <a:spcPct val="110000"/>
              </a:lnSpc>
              <a:spcBef>
                <a:spcPts val="0"/>
              </a:spcBef>
              <a:spcAft>
                <a:spcPts val="0"/>
              </a:spcAft>
              <a:buSzPts val="1840"/>
              <a:buChar char="◼"/>
            </a:pPr>
            <a:r>
              <a:rPr lang="en-US" sz="2000">
                <a:solidFill>
                  <a:srgbClr val="0F0F0F"/>
                </a:solidFill>
              </a:rPr>
              <a:t>The final conclusion is using keylogger we are monitor the parental software and law enforcement without target’s user knowledge .</a:t>
            </a:r>
            <a:endParaRPr sz="2000"/>
          </a:p>
        </p:txBody>
      </p:sp>
      <p:sp>
        <p:nvSpPr>
          <p:cNvPr id="199" name="Google Shape;199;p22"/>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idx="1" type="body"/>
          </p:nvPr>
        </p:nvSpPr>
        <p:spPr>
          <a:xfrm>
            <a:off x="581193" y="1391479"/>
            <a:ext cx="5194800" cy="4469700"/>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840"/>
              <a:buNone/>
            </a:pPr>
            <a:r>
              <a:t/>
            </a:r>
            <a:endParaRPr b="1" sz="2000"/>
          </a:p>
          <a:p>
            <a:pPr indent="-188595" lvl="0" marL="305435" rtl="0" algn="l">
              <a:lnSpc>
                <a:spcPct val="110000"/>
              </a:lnSpc>
              <a:spcBef>
                <a:spcPts val="1000"/>
              </a:spcBef>
              <a:spcAft>
                <a:spcPts val="0"/>
              </a:spcAft>
              <a:buSzPts val="1840"/>
              <a:buNone/>
            </a:pPr>
            <a:r>
              <a:t/>
            </a:r>
            <a:endParaRPr sz="2000"/>
          </a:p>
          <a:p>
            <a:pPr indent="-206121" lvl="0" marL="305435" rtl="0" algn="l">
              <a:lnSpc>
                <a:spcPct val="110000"/>
              </a:lnSpc>
              <a:spcBef>
                <a:spcPts val="940"/>
              </a:spcBef>
              <a:spcAft>
                <a:spcPts val="0"/>
              </a:spcAft>
              <a:buSzPts val="1564"/>
              <a:buNone/>
            </a:pPr>
            <a:r>
              <a:t/>
            </a:r>
            <a:endParaRPr/>
          </a:p>
        </p:txBody>
      </p:sp>
      <p:sp>
        <p:nvSpPr>
          <p:cNvPr id="205" name="Google Shape;205;p23"/>
          <p:cNvSpPr txBox="1"/>
          <p:nvPr>
            <p:ph idx="2" type="body"/>
          </p:nvPr>
        </p:nvSpPr>
        <p:spPr>
          <a:xfrm>
            <a:off x="667513" y="1391479"/>
            <a:ext cx="10943400" cy="4469700"/>
          </a:xfrm>
          <a:prstGeom prst="rect">
            <a:avLst/>
          </a:prstGeom>
          <a:noFill/>
          <a:ln>
            <a:noFill/>
          </a:ln>
        </p:spPr>
        <p:txBody>
          <a:bodyPr anchorCtr="0" anchor="ctr" bIns="45700" lIns="91425" spcFirstLastPara="1" rIns="91425" wrap="square" tIns="45700">
            <a:normAutofit/>
          </a:bodyPr>
          <a:lstStyle/>
          <a:p>
            <a:pPr indent="-306000" lvl="0" marL="306000" rtl="0" algn="l">
              <a:lnSpc>
                <a:spcPct val="110000"/>
              </a:lnSpc>
              <a:spcBef>
                <a:spcPts val="0"/>
              </a:spcBef>
              <a:spcAft>
                <a:spcPts val="0"/>
              </a:spcAft>
              <a:buSzPts val="2944"/>
              <a:buChar char="◼"/>
            </a:pPr>
            <a:r>
              <a:rPr lang="en-US" sz="3200"/>
              <a:t>Parental Monitoring</a:t>
            </a:r>
            <a:endParaRPr/>
          </a:p>
          <a:p>
            <a:pPr indent="-306000" lvl="0" marL="306000" rtl="0" algn="l">
              <a:lnSpc>
                <a:spcPct val="110000"/>
              </a:lnSpc>
              <a:spcBef>
                <a:spcPts val="1240"/>
              </a:spcBef>
              <a:spcAft>
                <a:spcPts val="0"/>
              </a:spcAft>
              <a:buSzPts val="2944"/>
              <a:buChar char="◼"/>
            </a:pPr>
            <a:r>
              <a:rPr lang="en-US" sz="3200"/>
              <a:t>Employee Monitoring</a:t>
            </a:r>
            <a:endParaRPr/>
          </a:p>
          <a:p>
            <a:pPr indent="-306000" lvl="0" marL="306000" rtl="0" algn="l">
              <a:lnSpc>
                <a:spcPct val="110000"/>
              </a:lnSpc>
              <a:spcBef>
                <a:spcPts val="1240"/>
              </a:spcBef>
              <a:spcAft>
                <a:spcPts val="0"/>
              </a:spcAft>
              <a:buSzPts val="2944"/>
              <a:buChar char="◼"/>
            </a:pPr>
            <a:r>
              <a:rPr lang="en-US" sz="3200"/>
              <a:t>Law Enforcement and Investigations</a:t>
            </a:r>
            <a:endParaRPr/>
          </a:p>
          <a:p>
            <a:pPr indent="0" lvl="0" marL="0" rtl="0" algn="l">
              <a:lnSpc>
                <a:spcPct val="110000"/>
              </a:lnSpc>
              <a:spcBef>
                <a:spcPts val="1240"/>
              </a:spcBef>
              <a:spcAft>
                <a:spcPts val="0"/>
              </a:spcAft>
              <a:buSzPts val="2944"/>
              <a:buNone/>
            </a:pPr>
            <a:r>
              <a:t/>
            </a:r>
            <a:endParaRPr sz="3200"/>
          </a:p>
        </p:txBody>
      </p:sp>
      <p:sp>
        <p:nvSpPr>
          <p:cNvPr id="206" name="Google Shape;206;p23"/>
          <p:cNvSpPr txBox="1"/>
          <p:nvPr/>
        </p:nvSpPr>
        <p:spPr>
          <a:xfrm>
            <a:off x="535670" y="844659"/>
            <a:ext cx="11029500" cy="530400"/>
          </a:xfrm>
          <a:prstGeom prst="rect">
            <a:avLst/>
          </a:prstGeom>
          <a:noFill/>
          <a:ln>
            <a:noFill/>
          </a:ln>
        </p:spPr>
        <p:txBody>
          <a:bodyPr anchorCtr="0" anchor="b" bIns="45700" lIns="91425" spcFirstLastPara="1" rIns="91425" wrap="square" tIns="45700">
            <a:normAutofit fontScale="75000" lnSpcReduction="20000"/>
          </a:bodyPr>
          <a:lstStyle/>
          <a:p>
            <a:pPr indent="0" lvl="0" marL="0" marR="0" rtl="0" algn="l">
              <a:lnSpc>
                <a:spcPct val="100000"/>
              </a:lnSpc>
              <a:spcBef>
                <a:spcPts val="0"/>
              </a:spcBef>
              <a:spcAft>
                <a:spcPts val="0"/>
              </a:spcAft>
              <a:buClr>
                <a:schemeClr val="accent1"/>
              </a:buClr>
              <a:buSzPct val="100000"/>
              <a:buFont typeface="Arial"/>
              <a:buNone/>
            </a:pPr>
            <a:r>
              <a:rPr b="1" lang="en-US" sz="4400" cap="none">
                <a:solidFill>
                  <a:schemeClr val="accent1"/>
                </a:solidFill>
                <a:latin typeface="Arial"/>
                <a:ea typeface="Arial"/>
                <a:cs typeface="Arial"/>
                <a:sym typeface="Arial"/>
              </a:rPr>
              <a:t>FUTURE SCOPE</a:t>
            </a:r>
            <a:endParaRPr/>
          </a:p>
        </p:txBody>
      </p:sp>
      <p:sp>
        <p:nvSpPr>
          <p:cNvPr id="207" name="Google Shape;207;p23"/>
          <p:cNvSpPr txBox="1"/>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6233 - VETRI VINAYAHA COLLEGE OF ENGINEERING AND TECHNOLOGY ,THOTTIAM , TRICHY</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1463041" y="2766218"/>
            <a:ext cx="9298800" cy="1325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2800"/>
              <a:buFont typeface="Arial"/>
              <a:buNone/>
            </a:pPr>
            <a:r>
              <a:rPr b="1" lang="en-US">
                <a:solidFill>
                  <a:srgbClr val="002060"/>
                </a:solidFill>
                <a:latin typeface="Arial"/>
                <a:ea typeface="Arial"/>
                <a:cs typeface="Arial"/>
                <a:sym typeface="Arial"/>
              </a:rPr>
              <a:t>THANK YOU</a:t>
            </a:r>
            <a:endParaRPr/>
          </a:p>
        </p:txBody>
      </p:sp>
      <p:sp>
        <p:nvSpPr>
          <p:cNvPr id="213" name="Google Shape;213;p24"/>
          <p:cNvSpPr txBox="1"/>
          <p:nvPr>
            <p:ph idx="11" type="ftr"/>
          </p:nvPr>
        </p:nvSpPr>
        <p:spPr>
          <a:xfrm>
            <a:off x="581192" y="6423914"/>
            <a:ext cx="9147900" cy="365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6233 - VETRI VINAYAHA COLLEGE OF ENGINEERING AND TECHNOLOGY ,THOTTIAM , TRICHY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